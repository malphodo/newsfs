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83" r:id="rId5"/>
    <p:sldId id="282" r:id="rId6"/>
    <p:sldId id="288" r:id="rId7"/>
    <p:sldId id="258" r:id="rId8"/>
    <p:sldId id="278" r:id="rId9"/>
    <p:sldId id="286" r:id="rId10"/>
    <p:sldId id="261" r:id="rId11"/>
    <p:sldId id="262" r:id="rId12"/>
    <p:sldId id="290" r:id="rId13"/>
    <p:sldId id="277" r:id="rId14"/>
    <p:sldId id="274" r:id="rId15"/>
    <p:sldId id="279" r:id="rId16"/>
    <p:sldId id="264" r:id="rId17"/>
    <p:sldId id="260" r:id="rId18"/>
    <p:sldId id="265" r:id="rId19"/>
    <p:sldId id="266" r:id="rId20"/>
    <p:sldId id="26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05062-8E8F-4DF9-A3AE-BD871EC06420}" v="5" dt="2026-07-01T21:17:16.942"/>
    <p1510:client id="{6F78310C-2617-4EA6-AC0F-6514E54BC405}" v="1103" dt="2026-07-01T20:22:34.936"/>
    <p1510:client id="{8117EFE2-292E-5343-B8B5-EB3AE26F0677}" v="5" dt="2026-07-01T09:40:54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40" autoAdjust="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5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UTRE Laurent (CA-GIP)" userId="40519f1a-df31-4b9b-9a97-3661071dcddd" providerId="ADAL" clId="{3D63E39A-258D-5408-B23A-F6B3ED6224EF}"/>
    <pc:docChg chg="modSld">
      <pc:chgData name="LECOUTRE Laurent (CA-GIP)" userId="40519f1a-df31-4b9b-9a97-3661071dcddd" providerId="ADAL" clId="{3D63E39A-258D-5408-B23A-F6B3ED6224EF}" dt="2026-07-01T12:12:43.905" v="19" actId="20577"/>
      <pc:docMkLst>
        <pc:docMk/>
      </pc:docMkLst>
      <pc:sldChg chg="modSp mod">
        <pc:chgData name="LECOUTRE Laurent (CA-GIP)" userId="40519f1a-df31-4b9b-9a97-3661071dcddd" providerId="ADAL" clId="{3D63E39A-258D-5408-B23A-F6B3ED6224EF}" dt="2026-07-01T12:12:43.905" v="19" actId="20577"/>
        <pc:sldMkLst>
          <pc:docMk/>
          <pc:sldMk cId="4083273568" sldId="267"/>
        </pc:sldMkLst>
        <pc:spChg chg="mod">
          <ac:chgData name="LECOUTRE Laurent (CA-GIP)" userId="40519f1a-df31-4b9b-9a97-3661071dcddd" providerId="ADAL" clId="{3D63E39A-258D-5408-B23A-F6B3ED6224EF}" dt="2026-07-01T12:12:43.905" v="19" actId="20577"/>
          <ac:spMkLst>
            <pc:docMk/>
            <pc:sldMk cId="4083273568" sldId="267"/>
            <ac:spMk id="2" creationId="{AF254127-0427-3078-2B66-3A8B002C998C}"/>
          </ac:spMkLst>
        </pc:spChg>
      </pc:sldChg>
    </pc:docChg>
  </pc:docChgLst>
  <pc:docChgLst>
    <pc:chgData name="Laurent LECOUTRE" userId="e53171f8a862639b" providerId="LiveId" clId="{6E215B28-5145-4087-8863-D167F731E897}"/>
    <pc:docChg chg="undo custSel addSld delSld modSld sldOrd">
      <pc:chgData name="Laurent LECOUTRE" userId="e53171f8a862639b" providerId="LiveId" clId="{6E215B28-5145-4087-8863-D167F731E897}" dt="2026-07-01T21:35:08.390" v="4703"/>
      <pc:docMkLst>
        <pc:docMk/>
      </pc:docMkLst>
      <pc:sldChg chg="addSp modSp del mod">
        <pc:chgData name="Laurent LECOUTRE" userId="e53171f8a862639b" providerId="LiveId" clId="{6E215B28-5145-4087-8863-D167F731E897}" dt="2026-07-01T19:27:25.736" v="3628"/>
        <pc:sldMkLst>
          <pc:docMk/>
          <pc:sldMk cId="0" sldId="256"/>
        </pc:sldMkLst>
        <pc:spChg chg="add mod">
          <ac:chgData name="Laurent LECOUTRE" userId="e53171f8a862639b" providerId="LiveId" clId="{6E215B28-5145-4087-8863-D167F731E897}" dt="2026-07-01T19:26:20.476" v="3619"/>
          <ac:spMkLst>
            <pc:docMk/>
            <pc:sldMk cId="0" sldId="256"/>
            <ac:spMk id="12" creationId="{39EC8AE0-27D9-4213-92F9-ABEB8470F14E}"/>
          </ac:spMkLst>
        </pc:spChg>
        <pc:spChg chg="add mod">
          <ac:chgData name="Laurent LECOUTRE" userId="e53171f8a862639b" providerId="LiveId" clId="{6E215B28-5145-4087-8863-D167F731E897}" dt="2026-07-01T19:27:12.956" v="3626"/>
          <ac:spMkLst>
            <pc:docMk/>
            <pc:sldMk cId="0" sldId="256"/>
            <ac:spMk id="13" creationId="{498375CC-3B6C-4777-9C92-E2D7A87211C9}"/>
          </ac:spMkLst>
        </pc:spChg>
      </pc:sldChg>
      <pc:sldChg chg="del">
        <pc:chgData name="Laurent LECOUTRE" userId="e53171f8a862639b" providerId="LiveId" clId="{6E215B28-5145-4087-8863-D167F731E897}" dt="2026-07-01T19:19:07.162" v="3584"/>
        <pc:sldMkLst>
          <pc:docMk/>
          <pc:sldMk cId="0" sldId="257"/>
        </pc:sldMkLst>
      </pc:sldChg>
      <pc:sldChg chg="modSp mod ord">
        <pc:chgData name="Laurent LECOUTRE" userId="e53171f8a862639b" providerId="LiveId" clId="{6E215B28-5145-4087-8863-D167F731E897}" dt="2026-07-01T20:22:34.936" v="4410" actId="20577"/>
        <pc:sldMkLst>
          <pc:docMk/>
          <pc:sldMk cId="0" sldId="258"/>
        </pc:sldMkLst>
        <pc:spChg chg="mod">
          <ac:chgData name="Laurent LECOUTRE" userId="e53171f8a862639b" providerId="LiveId" clId="{6E215B28-5145-4087-8863-D167F731E897}" dt="2026-07-01T20:22:12.080" v="438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20:22:34.936" v="4410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del mod ord">
        <pc:chgData name="Laurent LECOUTRE" userId="e53171f8a862639b" providerId="LiveId" clId="{6E215B28-5145-4087-8863-D167F731E897}" dt="2026-07-01T19:44:42.128" v="3787"/>
        <pc:sldMkLst>
          <pc:docMk/>
          <pc:sldMk cId="0" sldId="259"/>
        </pc:sldMkLst>
        <pc:spChg chg="mod">
          <ac:chgData name="Laurent LECOUTRE" userId="e53171f8a862639b" providerId="LiveId" clId="{6E215B28-5145-4087-8863-D167F731E897}" dt="2026-07-01T19:39:01.897" v="3690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39:12.825" v="371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39:54.825" v="3778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02:55.859" v="3103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06:37.712" v="3285" actId="1036"/>
          <ac:spMkLst>
            <pc:docMk/>
            <pc:sldMk cId="0" sldId="259"/>
            <ac:spMk id="21" creationId="{00000000-0000-0000-0000-000000000000}"/>
          </ac:spMkLst>
        </pc:spChg>
        <pc:spChg chg="del">
          <ac:chgData name="Laurent LECOUTRE" userId="e53171f8a862639b" providerId="LiveId" clId="{6E215B28-5145-4087-8863-D167F731E897}" dt="2026-07-01T19:01:23.218" v="3066" actId="478"/>
          <ac:spMkLst>
            <pc:docMk/>
            <pc:sldMk cId="0" sldId="259"/>
            <ac:spMk id="22" creationId="{00000000-0000-0000-0000-000000000000}"/>
          </ac:spMkLst>
        </pc:spChg>
        <pc:spChg chg="add mod">
          <ac:chgData name="Laurent LECOUTRE" userId="e53171f8a862639b" providerId="LiveId" clId="{6E215B28-5145-4087-8863-D167F731E897}" dt="2026-07-01T19:07:00.411" v="3307" actId="313"/>
          <ac:spMkLst>
            <pc:docMk/>
            <pc:sldMk cId="0" sldId="259"/>
            <ac:spMk id="24" creationId="{E9E4653D-6C03-49F2-0D0A-DE71D13E391F}"/>
          </ac:spMkLst>
        </pc:spChg>
        <pc:spChg chg="add mod">
          <ac:chgData name="Laurent LECOUTRE" userId="e53171f8a862639b" providerId="LiveId" clId="{6E215B28-5145-4087-8863-D167F731E897}" dt="2026-07-01T19:06:43.486" v="3286" actId="6549"/>
          <ac:spMkLst>
            <pc:docMk/>
            <pc:sldMk cId="0" sldId="259"/>
            <ac:spMk id="26" creationId="{1FE539C0-6858-F21D-73F6-8DD960C6B8C7}"/>
          </ac:spMkLst>
        </pc:spChg>
        <pc:spChg chg="add del mod">
          <ac:chgData name="Laurent LECOUTRE" userId="e53171f8a862639b" providerId="LiveId" clId="{6E215B28-5145-4087-8863-D167F731E897}" dt="2026-07-01T19:06:26.945" v="3266" actId="478"/>
          <ac:spMkLst>
            <pc:docMk/>
            <pc:sldMk cId="0" sldId="259"/>
            <ac:spMk id="28" creationId="{AB8BF791-E402-FEBC-4E9B-318B5B4615D3}"/>
          </ac:spMkLst>
        </pc:spChg>
        <pc:spChg chg="add mod">
          <ac:chgData name="Laurent LECOUTRE" userId="e53171f8a862639b" providerId="LiveId" clId="{6E215B28-5145-4087-8863-D167F731E897}" dt="2026-07-01T19:44:24.570" v="3785"/>
          <ac:spMkLst>
            <pc:docMk/>
            <pc:sldMk cId="0" sldId="259"/>
            <ac:spMk id="29" creationId="{CA986ED2-FED7-424F-9B75-9352B4B079B5}"/>
          </ac:spMkLst>
        </pc:spChg>
      </pc:sldChg>
      <pc:sldChg chg="mod ord modShow">
        <pc:chgData name="Laurent LECOUTRE" userId="e53171f8a862639b" providerId="LiveId" clId="{6E215B28-5145-4087-8863-D167F731E897}" dt="2026-07-01T20:16:20.857" v="4289"/>
        <pc:sldMkLst>
          <pc:docMk/>
          <pc:sldMk cId="0" sldId="260"/>
        </pc:sldMkLst>
      </pc:sldChg>
      <pc:sldChg chg="addSp modSp mod ord">
        <pc:chgData name="Laurent LECOUTRE" userId="e53171f8a862639b" providerId="LiveId" clId="{6E215B28-5145-4087-8863-D167F731E897}" dt="2026-07-01T20:13:04.973" v="4277"/>
        <pc:sldMkLst>
          <pc:docMk/>
          <pc:sldMk cId="0" sldId="261"/>
        </pc:sldMkLst>
        <pc:spChg chg="mod">
          <ac:chgData name="Laurent LECOUTRE" userId="e53171f8a862639b" providerId="LiveId" clId="{6E215B28-5145-4087-8863-D167F731E897}" dt="2026-07-01T18:47:34.344" v="2969" actId="2057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Laurent LECOUTRE" userId="e53171f8a862639b" providerId="LiveId" clId="{6E215B28-5145-4087-8863-D167F731E897}" dt="2026-07-01T18:53:00.311" v="2980"/>
          <ac:spMkLst>
            <pc:docMk/>
            <pc:sldMk cId="0" sldId="261"/>
            <ac:spMk id="15" creationId="{1D0B9F34-CCE4-458E-8814-08ECBF5D5AC3}"/>
          </ac:spMkLst>
        </pc:spChg>
      </pc:sldChg>
      <pc:sldChg chg="modSp mod ord">
        <pc:chgData name="Laurent LECOUTRE" userId="e53171f8a862639b" providerId="LiveId" clId="{6E215B28-5145-4087-8863-D167F731E897}" dt="2026-07-01T20:13:04.976" v="4278"/>
        <pc:sldMkLst>
          <pc:docMk/>
          <pc:sldMk cId="0" sldId="262"/>
        </pc:sldMkLst>
        <pc:spChg chg="mod">
          <ac:chgData name="Laurent LECOUTRE" userId="e53171f8a862639b" providerId="LiveId" clId="{6E215B28-5145-4087-8863-D167F731E897}" dt="2026-07-01T19:00:17.620" v="3047" actId="20577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Laurent LECOUTRE" userId="e53171f8a862639b" providerId="LiveId" clId="{6E215B28-5145-4087-8863-D167F731E897}" dt="2026-07-01T18:55:44.787" v="2982"/>
        <pc:sldMkLst>
          <pc:docMk/>
          <pc:sldMk cId="0" sldId="263"/>
        </pc:sldMkLst>
      </pc:sldChg>
      <pc:sldChg chg="ord">
        <pc:chgData name="Laurent LECOUTRE" userId="e53171f8a862639b" providerId="LiveId" clId="{6E215B28-5145-4087-8863-D167F731E897}" dt="2026-07-01T20:16:09.160" v="4287"/>
        <pc:sldMkLst>
          <pc:docMk/>
          <pc:sldMk cId="0" sldId="264"/>
        </pc:sldMkLst>
      </pc:sldChg>
      <pc:sldChg chg="ord">
        <pc:chgData name="Laurent LECOUTRE" userId="e53171f8a862639b" providerId="LiveId" clId="{6E215B28-5145-4087-8863-D167F731E897}" dt="2026-07-01T20:13:04.994" v="4281"/>
        <pc:sldMkLst>
          <pc:docMk/>
          <pc:sldMk cId="0" sldId="265"/>
        </pc:sldMkLst>
      </pc:sldChg>
      <pc:sldChg chg="ord">
        <pc:chgData name="Laurent LECOUTRE" userId="e53171f8a862639b" providerId="LiveId" clId="{6E215B28-5145-4087-8863-D167F731E897}" dt="2026-07-01T20:13:05.003" v="4283"/>
        <pc:sldMkLst>
          <pc:docMk/>
          <pc:sldMk cId="0" sldId="266"/>
        </pc:sldMkLst>
      </pc:sldChg>
      <pc:sldChg chg="addSp delSp modSp mod ord modShow">
        <pc:chgData name="Laurent LECOUTRE" userId="e53171f8a862639b" providerId="LiveId" clId="{6E215B28-5145-4087-8863-D167F731E897}" dt="2026-07-01T17:06:08.352" v="1448"/>
        <pc:sldMkLst>
          <pc:docMk/>
          <pc:sldMk cId="4083273568" sldId="267"/>
        </pc:sldMkLst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4" creationId="{6BBAF5A9-814B-183D-1352-2642CDADBCEC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5" creationId="{87AA3EB3-AB98-A695-178D-774FB159EC22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7" creationId="{709580A9-D491-3E6C-5FB4-C3796720D34A}"/>
          </ac:spMkLst>
        </pc:spChg>
        <pc:spChg chg="mod">
          <ac:chgData name="Laurent LECOUTRE" userId="e53171f8a862639b" providerId="LiveId" clId="{6E215B28-5145-4087-8863-D167F731E897}" dt="2026-07-01T15:55:46.743" v="468"/>
          <ac:spMkLst>
            <pc:docMk/>
            <pc:sldMk cId="4083273568" sldId="267"/>
            <ac:spMk id="8" creationId="{645A31F2-2FAA-B3A6-ACE1-9C73DB370B72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9" creationId="{768DB107-6B14-13C0-B323-D532B6EA7EEC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10" creationId="{6A57F697-CFD8-73C0-AC64-DED642D1676A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11" creationId="{E44A2FA7-CADA-B745-2D67-44519069E7D2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12" creationId="{950C84BB-BB84-037A-B57A-9F736C8C2416}"/>
          </ac:spMkLst>
        </pc:spChg>
        <pc:spChg chg="mod">
          <ac:chgData name="Laurent LECOUTRE" userId="e53171f8a862639b" providerId="LiveId" clId="{6E215B28-5145-4087-8863-D167F731E897}" dt="2026-07-01T15:55:46.745" v="473"/>
          <ac:spMkLst>
            <pc:docMk/>
            <pc:sldMk cId="4083273568" sldId="267"/>
            <ac:spMk id="13" creationId="{940EDC8D-6E97-744A-09D7-EBC3D922057A}"/>
          </ac:spMkLst>
        </pc:spChg>
        <pc:spChg chg="mod">
          <ac:chgData name="Laurent LECOUTRE" userId="e53171f8a862639b" providerId="LiveId" clId="{6E215B28-5145-4087-8863-D167F731E897}" dt="2026-07-01T15:55:46.746" v="475"/>
          <ac:spMkLst>
            <pc:docMk/>
            <pc:sldMk cId="4083273568" sldId="267"/>
            <ac:spMk id="15" creationId="{2D26FD7B-459C-05CA-AB0D-0BE4027A9929}"/>
          </ac:spMkLst>
        </pc:spChg>
        <pc:spChg chg="mod">
          <ac:chgData name="Laurent LECOUTRE" userId="e53171f8a862639b" providerId="LiveId" clId="{6E215B28-5145-4087-8863-D167F731E897}" dt="2026-07-01T15:55:46.746" v="476"/>
          <ac:spMkLst>
            <pc:docMk/>
            <pc:sldMk cId="4083273568" sldId="267"/>
            <ac:spMk id="16" creationId="{F716DCD4-F6BE-EDCC-87F6-23BA2B9C4E6E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17" creationId="{0C4A0D48-2740-9383-765B-5FFEAADD6AC0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18" creationId="{EFC52DB7-D972-3EB2-B226-560A126FDACE}"/>
          </ac:spMkLst>
        </pc:spChg>
        <pc:spChg chg="mod">
          <ac:chgData name="Laurent LECOUTRE" userId="e53171f8a862639b" providerId="LiveId" clId="{6E215B28-5145-4087-8863-D167F731E897}" dt="2026-07-01T15:55:46.748" v="480"/>
          <ac:spMkLst>
            <pc:docMk/>
            <pc:sldMk cId="4083273568" sldId="267"/>
            <ac:spMk id="20" creationId="{EA351E7C-96DE-7ACE-1246-0EED90B6627D}"/>
          </ac:spMkLst>
        </pc:spChg>
        <pc:spChg chg="mod">
          <ac:chgData name="Laurent LECOUTRE" userId="e53171f8a862639b" providerId="LiveId" clId="{6E215B28-5145-4087-8863-D167F731E897}" dt="2026-07-01T15:55:46.748" v="481"/>
          <ac:spMkLst>
            <pc:docMk/>
            <pc:sldMk cId="4083273568" sldId="267"/>
            <ac:spMk id="21" creationId="{24B107A8-3093-8F84-E21E-CD1B09D07A3C}"/>
          </ac:spMkLst>
        </pc:spChg>
        <pc:spChg chg="mod">
          <ac:chgData name="Laurent LECOUTRE" userId="e53171f8a862639b" providerId="LiveId" clId="{6E215B28-5145-4087-8863-D167F731E897}" dt="2026-07-01T15:57:16.887" v="525"/>
          <ac:spMkLst>
            <pc:docMk/>
            <pc:sldMk cId="4083273568" sldId="267"/>
            <ac:spMk id="22" creationId="{301A6A9B-E544-2419-8C9E-5EC6BAAD5B19}"/>
          </ac:spMkLst>
        </pc:spChg>
        <pc:spChg chg="mod">
          <ac:chgData name="Laurent LECOUTRE" userId="e53171f8a862639b" providerId="LiveId" clId="{6E215B28-5145-4087-8863-D167F731E897}" dt="2026-07-01T15:55:46.749" v="483"/>
          <ac:spMkLst>
            <pc:docMk/>
            <pc:sldMk cId="4083273568" sldId="267"/>
            <ac:spMk id="23" creationId="{CE8A81CD-9502-0E49-A1C3-29DF50218A4A}"/>
          </ac:spMkLst>
        </pc:spChg>
        <pc:spChg chg="add del mod">
          <ac:chgData name="Laurent LECOUTRE" userId="e53171f8a862639b" providerId="LiveId" clId="{6E215B28-5145-4087-8863-D167F731E897}" dt="2026-07-01T15:57:16.024" v="524"/>
          <ac:spMkLst>
            <pc:docMk/>
            <pc:sldMk cId="4083273568" sldId="267"/>
            <ac:spMk id="24" creationId="{B4AA35A8-5301-4B18-90E2-93E39C9DC1CA}"/>
          </ac:spMkLst>
        </pc:spChg>
        <pc:spChg chg="add del mod">
          <ac:chgData name="Laurent LECOUTRE" userId="e53171f8a862639b" providerId="LiveId" clId="{6E215B28-5145-4087-8863-D167F731E897}" dt="2026-07-01T15:57:16.024" v="524"/>
          <ac:spMkLst>
            <pc:docMk/>
            <pc:sldMk cId="4083273568" sldId="267"/>
            <ac:spMk id="25" creationId="{F3B2D6AF-17F2-4408-A1E8-44464A546C03}"/>
          </ac:spMkLst>
        </pc:spChg>
        <pc:spChg chg="add del mod">
          <ac:chgData name="Laurent LECOUTRE" userId="e53171f8a862639b" providerId="LiveId" clId="{6E215B28-5145-4087-8863-D167F731E897}" dt="2026-07-01T15:57:16.024" v="524"/>
          <ac:spMkLst>
            <pc:docMk/>
            <pc:sldMk cId="4083273568" sldId="267"/>
            <ac:spMk id="26" creationId="{B5B4ACFA-7357-4C73-B65E-64720C9F8EA3}"/>
          </ac:spMkLst>
        </pc:spChg>
        <pc:picChg chg="mod">
          <ac:chgData name="Laurent LECOUTRE" userId="e53171f8a862639b" providerId="LiveId" clId="{6E215B28-5145-4087-8863-D167F731E897}" dt="2026-07-01T15:55:46.742" v="466"/>
          <ac:picMkLst>
            <pc:docMk/>
            <pc:sldMk cId="4083273568" sldId="267"/>
            <ac:picMk id="6" creationId="{2A6D4ADA-86A7-1078-8C7C-3C048D0D885C}"/>
          </ac:picMkLst>
        </pc:picChg>
        <pc:picChg chg="mod">
          <ac:chgData name="Laurent LECOUTRE" userId="e53171f8a862639b" providerId="LiveId" clId="{6E215B28-5145-4087-8863-D167F731E897}" dt="2026-07-01T15:55:46.745" v="474"/>
          <ac:picMkLst>
            <pc:docMk/>
            <pc:sldMk cId="4083273568" sldId="267"/>
            <ac:picMk id="14" creationId="{CB5A3D59-35A8-8F94-81A2-DC21579B8F7E}"/>
          </ac:picMkLst>
        </pc:picChg>
        <pc:picChg chg="mod">
          <ac:chgData name="Laurent LECOUTRE" userId="e53171f8a862639b" providerId="LiveId" clId="{6E215B28-5145-4087-8863-D167F731E897}" dt="2026-07-01T15:55:46.747" v="479"/>
          <ac:picMkLst>
            <pc:docMk/>
            <pc:sldMk cId="4083273568" sldId="267"/>
            <ac:picMk id="19" creationId="{EBB9CD5C-6499-A26E-D60A-B15F49FF5003}"/>
          </ac:picMkLst>
        </pc:picChg>
        <pc:cxnChg chg="add del mod">
          <ac:chgData name="Laurent LECOUTRE" userId="e53171f8a862639b" providerId="LiveId" clId="{6E215B28-5145-4087-8863-D167F731E897}" dt="2026-07-01T15:57:16.024" v="524"/>
          <ac:cxnSpMkLst>
            <pc:docMk/>
            <pc:sldMk cId="4083273568" sldId="267"/>
            <ac:cxnSpMk id="27" creationId="{27D3C1A3-7001-43E9-94F7-9672A6FEB547}"/>
          </ac:cxnSpMkLst>
        </pc:cxnChg>
      </pc:sldChg>
      <pc:sldChg chg="addSp delSp modSp add del mod">
        <pc:chgData name="Laurent LECOUTRE" userId="e53171f8a862639b" providerId="LiveId" clId="{6E215B28-5145-4087-8863-D167F731E897}" dt="2026-07-01T16:40:55.899" v="919"/>
        <pc:sldMkLst>
          <pc:docMk/>
          <pc:sldMk cId="318626864" sldId="268"/>
        </pc:sldMkLst>
        <pc:spChg chg="mod">
          <ac:chgData name="Laurent LECOUTRE" userId="e53171f8a862639b" providerId="LiveId" clId="{6E215B28-5145-4087-8863-D167F731E897}" dt="2026-07-01T16:33:51.665" v="856" actId="1076"/>
          <ac:spMkLst>
            <pc:docMk/>
            <pc:sldMk cId="318626864" sldId="268"/>
            <ac:spMk id="3" creationId="{E14CBA3B-985A-3A86-0581-44084F915E0D}"/>
          </ac:spMkLst>
        </pc:spChg>
        <pc:spChg chg="mod">
          <ac:chgData name="Laurent LECOUTRE" userId="e53171f8a862639b" providerId="LiveId" clId="{6E215B28-5145-4087-8863-D167F731E897}" dt="2026-07-01T16:40:26.571" v="867"/>
          <ac:spMkLst>
            <pc:docMk/>
            <pc:sldMk cId="318626864" sldId="268"/>
            <ac:spMk id="4" creationId="{AB82A137-4C42-3042-1462-1DA81597717D}"/>
          </ac:spMkLst>
        </pc:spChg>
        <pc:spChg chg="mod">
          <ac:chgData name="Laurent LECOUTRE" userId="e53171f8a862639b" providerId="LiveId" clId="{6E215B28-5145-4087-8863-D167F731E897}" dt="2026-07-01T16:40:26.574" v="876"/>
          <ac:spMkLst>
            <pc:docMk/>
            <pc:sldMk cId="318626864" sldId="268"/>
            <ac:spMk id="5" creationId="{BD72E2EF-0E0D-047F-D7DD-AF9CAD41C5BA}"/>
          </ac:spMkLst>
        </pc:spChg>
        <pc:spChg chg="mod">
          <ac:chgData name="Laurent LECOUTRE" userId="e53171f8a862639b" providerId="LiveId" clId="{6E215B28-5145-4087-8863-D167F731E897}" dt="2026-07-01T16:40:26.574" v="879"/>
          <ac:spMkLst>
            <pc:docMk/>
            <pc:sldMk cId="318626864" sldId="268"/>
            <ac:spMk id="7" creationId="{5B26B05C-A1A0-2F7C-5227-CF847A41676C}"/>
          </ac:spMkLst>
        </pc:spChg>
        <pc:spChg chg="del">
          <ac:chgData name="Laurent LECOUTRE" userId="e53171f8a862639b" providerId="LiveId" clId="{6E215B28-5145-4087-8863-D167F731E897}" dt="2026-07-01T15:19:25.685" v="2" actId="478"/>
          <ac:spMkLst>
            <pc:docMk/>
            <pc:sldMk cId="318626864" sldId="268"/>
            <ac:spMk id="8" creationId="{5CA1C9BD-E57B-ECE3-D0B8-B98C5FED9F3E}"/>
          </ac:spMkLst>
        </pc:spChg>
        <pc:spChg chg="del">
          <ac:chgData name="Laurent LECOUTRE" userId="e53171f8a862639b" providerId="LiveId" clId="{6E215B28-5145-4087-8863-D167F731E897}" dt="2026-07-01T15:19:24.471" v="1" actId="478"/>
          <ac:spMkLst>
            <pc:docMk/>
            <pc:sldMk cId="318626864" sldId="268"/>
            <ac:spMk id="9" creationId="{6E77A011-19C6-EDD5-A2F4-7177C3963F1F}"/>
          </ac:spMkLst>
        </pc:spChg>
        <pc:spChg chg="del">
          <ac:chgData name="Laurent LECOUTRE" userId="e53171f8a862639b" providerId="LiveId" clId="{6E215B28-5145-4087-8863-D167F731E897}" dt="2026-07-01T15:19:27.581" v="3" actId="478"/>
          <ac:spMkLst>
            <pc:docMk/>
            <pc:sldMk cId="318626864" sldId="268"/>
            <ac:spMk id="10" creationId="{984A07F8-98EA-9AC1-DF60-2CC1FAA35419}"/>
          </ac:spMkLst>
        </pc:spChg>
        <pc:spChg chg="del">
          <ac:chgData name="Laurent LECOUTRE" userId="e53171f8a862639b" providerId="LiveId" clId="{6E215B28-5145-4087-8863-D167F731E897}" dt="2026-07-01T15:19:39.629" v="11" actId="478"/>
          <ac:spMkLst>
            <pc:docMk/>
            <pc:sldMk cId="318626864" sldId="268"/>
            <ac:spMk id="11" creationId="{8604C0A6-2C40-B617-A723-15DF56AF8445}"/>
          </ac:spMkLst>
        </pc:spChg>
        <pc:spChg chg="del">
          <ac:chgData name="Laurent LECOUTRE" userId="e53171f8a862639b" providerId="LiveId" clId="{6E215B28-5145-4087-8863-D167F731E897}" dt="2026-07-01T15:19:28.957" v="4" actId="478"/>
          <ac:spMkLst>
            <pc:docMk/>
            <pc:sldMk cId="318626864" sldId="268"/>
            <ac:spMk id="12" creationId="{75EC94B2-1B9F-D82E-6C91-D9C178D41CB9}"/>
          </ac:spMkLst>
        </pc:spChg>
        <pc:spChg chg="del">
          <ac:chgData name="Laurent LECOUTRE" userId="e53171f8a862639b" providerId="LiveId" clId="{6E215B28-5145-4087-8863-D167F731E897}" dt="2026-07-01T15:19:32.260" v="5" actId="478"/>
          <ac:spMkLst>
            <pc:docMk/>
            <pc:sldMk cId="318626864" sldId="268"/>
            <ac:spMk id="13" creationId="{F045544F-21A2-029B-55E5-02BA89315715}"/>
          </ac:spMkLst>
        </pc:spChg>
        <pc:spChg chg="del mod">
          <ac:chgData name="Laurent LECOUTRE" userId="e53171f8a862639b" providerId="LiveId" clId="{6E215B28-5145-4087-8863-D167F731E897}" dt="2026-07-01T15:19:36.332" v="9" actId="478"/>
          <ac:spMkLst>
            <pc:docMk/>
            <pc:sldMk cId="318626864" sldId="268"/>
            <ac:spMk id="15" creationId="{E2B6796E-9B2A-EA9A-85DB-DB15DD7FCFE3}"/>
          </ac:spMkLst>
        </pc:spChg>
        <pc:spChg chg="del mod">
          <ac:chgData name="Laurent LECOUTRE" userId="e53171f8a862639b" providerId="LiveId" clId="{6E215B28-5145-4087-8863-D167F731E897}" dt="2026-07-01T15:19:34.309" v="7" actId="478"/>
          <ac:spMkLst>
            <pc:docMk/>
            <pc:sldMk cId="318626864" sldId="268"/>
            <ac:spMk id="16" creationId="{2FC073FB-55CA-9E25-53D4-36CF913B416B}"/>
          </ac:spMkLst>
        </pc:spChg>
        <pc:spChg chg="del">
          <ac:chgData name="Laurent LECOUTRE" userId="e53171f8a862639b" providerId="LiveId" clId="{6E215B28-5145-4087-8863-D167F731E897}" dt="2026-07-01T15:19:37.645" v="10" actId="478"/>
          <ac:spMkLst>
            <pc:docMk/>
            <pc:sldMk cId="318626864" sldId="268"/>
            <ac:spMk id="17" creationId="{244B3DF5-492E-43C5-0959-F2A58E077B2D}"/>
          </ac:spMkLst>
        </pc:spChg>
        <pc:spChg chg="del">
          <ac:chgData name="Laurent LECOUTRE" userId="e53171f8a862639b" providerId="LiveId" clId="{6E215B28-5145-4087-8863-D167F731E897}" dt="2026-07-01T15:19:44.373" v="14" actId="478"/>
          <ac:spMkLst>
            <pc:docMk/>
            <pc:sldMk cId="318626864" sldId="268"/>
            <ac:spMk id="18" creationId="{43815648-96CF-3CC0-B2B0-7E4789165B64}"/>
          </ac:spMkLst>
        </pc:spChg>
        <pc:spChg chg="del">
          <ac:chgData name="Laurent LECOUTRE" userId="e53171f8a862639b" providerId="LiveId" clId="{6E215B28-5145-4087-8863-D167F731E897}" dt="2026-07-01T15:19:43.093" v="13" actId="478"/>
          <ac:spMkLst>
            <pc:docMk/>
            <pc:sldMk cId="318626864" sldId="268"/>
            <ac:spMk id="20" creationId="{C0C63E33-9649-70B2-2D5C-284BAC6A8ACE}"/>
          </ac:spMkLst>
        </pc:spChg>
        <pc:spChg chg="del">
          <ac:chgData name="Laurent LECOUTRE" userId="e53171f8a862639b" providerId="LiveId" clId="{6E215B28-5145-4087-8863-D167F731E897}" dt="2026-07-01T15:19:42.389" v="12" actId="478"/>
          <ac:spMkLst>
            <pc:docMk/>
            <pc:sldMk cId="318626864" sldId="268"/>
            <ac:spMk id="21" creationId="{2861A86E-6993-1455-519F-4F9FFAC3B3DE}"/>
          </ac:spMkLst>
        </pc:spChg>
        <pc:spChg chg="del mod">
          <ac:chgData name="Laurent LECOUTRE" userId="e53171f8a862639b" providerId="LiveId" clId="{6E215B28-5145-4087-8863-D167F731E897}" dt="2026-07-01T16:33:39.707" v="854" actId="478"/>
          <ac:spMkLst>
            <pc:docMk/>
            <pc:sldMk cId="318626864" sldId="268"/>
            <ac:spMk id="22" creationId="{9BB182BA-E600-5C72-12BA-FB78399AD8F4}"/>
          </ac:spMkLst>
        </pc:spChg>
        <pc:spChg chg="del">
          <ac:chgData name="Laurent LECOUTRE" userId="e53171f8a862639b" providerId="LiveId" clId="{6E215B28-5145-4087-8863-D167F731E897}" dt="2026-07-01T16:33:39.707" v="854" actId="478"/>
          <ac:spMkLst>
            <pc:docMk/>
            <pc:sldMk cId="318626864" sldId="268"/>
            <ac:spMk id="23" creationId="{5EB6CFBE-38BC-01E9-B8F6-B5B0FF0DA6CA}"/>
          </ac:spMkLst>
        </pc:spChg>
        <pc:spChg chg="add mod">
          <ac:chgData name="Laurent LECOUTRE" userId="e53171f8a862639b" providerId="LiveId" clId="{6E215B28-5145-4087-8863-D167F731E897}" dt="2026-07-01T16:40:26.572" v="871"/>
          <ac:spMkLst>
            <pc:docMk/>
            <pc:sldMk cId="318626864" sldId="268"/>
            <ac:spMk id="25" creationId="{9C6C7CF7-8306-BB16-F3EC-6CA3627CF613}"/>
          </ac:spMkLst>
        </pc:spChg>
        <pc:spChg chg="add mod">
          <ac:chgData name="Laurent LECOUTRE" userId="e53171f8a862639b" providerId="LiveId" clId="{6E215B28-5145-4087-8863-D167F731E897}" dt="2026-07-01T16:40:26.575" v="880"/>
          <ac:spMkLst>
            <pc:docMk/>
            <pc:sldMk cId="318626864" sldId="268"/>
            <ac:spMk id="27" creationId="{02F3580C-8BB4-509E-54C9-17DCF46B2A6A}"/>
          </ac:spMkLst>
        </pc:spChg>
        <pc:spChg chg="add mod">
          <ac:chgData name="Laurent LECOUTRE" userId="e53171f8a862639b" providerId="LiveId" clId="{6E215B28-5145-4087-8863-D167F731E897}" dt="2026-07-01T16:40:26.576" v="883"/>
          <ac:spMkLst>
            <pc:docMk/>
            <pc:sldMk cId="318626864" sldId="268"/>
            <ac:spMk id="31" creationId="{09806868-7FEB-8FE0-16CC-7DD2806E62FF}"/>
          </ac:spMkLst>
        </pc:spChg>
        <pc:spChg chg="add del mod">
          <ac:chgData name="Laurent LECOUTRE" userId="e53171f8a862639b" providerId="LiveId" clId="{6E215B28-5145-4087-8863-D167F731E897}" dt="2026-07-01T16:40:26.577" v="888"/>
          <ac:spMkLst>
            <pc:docMk/>
            <pc:sldMk cId="318626864" sldId="268"/>
            <ac:spMk id="33" creationId="{ADC94C24-630C-D582-1C14-7493E3C34990}"/>
          </ac:spMkLst>
        </pc:spChg>
        <pc:spChg chg="add del mod">
          <ac:chgData name="Laurent LECOUTRE" userId="e53171f8a862639b" providerId="LiveId" clId="{6E215B28-5145-4087-8863-D167F731E897}" dt="2026-07-01T16:40:26.578" v="889"/>
          <ac:spMkLst>
            <pc:docMk/>
            <pc:sldMk cId="318626864" sldId="268"/>
            <ac:spMk id="35" creationId="{C2A4AA02-82A8-3FB5-6638-9134E20565AF}"/>
          </ac:spMkLst>
        </pc:spChg>
        <pc:spChg chg="add mod">
          <ac:chgData name="Laurent LECOUTRE" userId="e53171f8a862639b" providerId="LiveId" clId="{6E215B28-5145-4087-8863-D167F731E897}" dt="2026-07-01T16:40:26.573" v="875"/>
          <ac:spMkLst>
            <pc:docMk/>
            <pc:sldMk cId="318626864" sldId="268"/>
            <ac:spMk id="37" creationId="{B5666039-8DE3-870B-B086-29B8965D3535}"/>
          </ac:spMkLst>
        </pc:spChg>
        <pc:spChg chg="add mod">
          <ac:chgData name="Laurent LECOUTRE" userId="e53171f8a862639b" providerId="LiveId" clId="{6E215B28-5145-4087-8863-D167F731E897}" dt="2026-07-01T16:40:26.576" v="884"/>
          <ac:spMkLst>
            <pc:docMk/>
            <pc:sldMk cId="318626864" sldId="268"/>
            <ac:spMk id="39" creationId="{449E4221-8DE5-D4FB-795B-2CC61B008C03}"/>
          </ac:spMkLst>
        </pc:spChg>
        <pc:spChg chg="add mod">
          <ac:chgData name="Laurent LECOUTRE" userId="e53171f8a862639b" providerId="LiveId" clId="{6E215B28-5145-4087-8863-D167F731E897}" dt="2026-07-01T16:40:26.577" v="887"/>
          <ac:spMkLst>
            <pc:docMk/>
            <pc:sldMk cId="318626864" sldId="268"/>
            <ac:spMk id="43" creationId="{C8CFE9DA-25B2-910B-7DA8-CBB2AEFAE099}"/>
          </ac:spMkLst>
        </pc:spChg>
        <pc:spChg chg="add del mod">
          <ac:chgData name="Laurent LECOUTRE" userId="e53171f8a862639b" providerId="LiveId" clId="{6E215B28-5145-4087-8863-D167F731E897}" dt="2026-07-01T16:40:26.578" v="890"/>
          <ac:spMkLst>
            <pc:docMk/>
            <pc:sldMk cId="318626864" sldId="268"/>
            <ac:spMk id="44" creationId="{C0FB6FC8-C48B-937D-3BD0-7AC95EB3BB03}"/>
          </ac:spMkLst>
        </pc:spChg>
        <pc:spChg chg="add del mod">
          <ac:chgData name="Laurent LECOUTRE" userId="e53171f8a862639b" providerId="LiveId" clId="{6E215B28-5145-4087-8863-D167F731E897}" dt="2026-07-01T16:40:26.579" v="891"/>
          <ac:spMkLst>
            <pc:docMk/>
            <pc:sldMk cId="318626864" sldId="268"/>
            <ac:spMk id="46" creationId="{3F9872C2-E4A5-5E7B-C792-98344C70A4FB}"/>
          </ac:spMkLst>
        </pc:spChg>
        <pc:spChg chg="add del mod">
          <ac:chgData name="Laurent LECOUTRE" userId="e53171f8a862639b" providerId="LiveId" clId="{6E215B28-5145-4087-8863-D167F731E897}" dt="2026-07-01T16:40:26.579" v="892"/>
          <ac:spMkLst>
            <pc:docMk/>
            <pc:sldMk cId="318626864" sldId="268"/>
            <ac:spMk id="48" creationId="{E6F51622-CA16-688E-18E2-D5A8FD9C190A}"/>
          </ac:spMkLst>
        </pc:spChg>
        <pc:spChg chg="add del mod">
          <ac:chgData name="Laurent LECOUTRE" userId="e53171f8a862639b" providerId="LiveId" clId="{6E215B28-5145-4087-8863-D167F731E897}" dt="2026-07-01T16:40:26.580" v="893"/>
          <ac:spMkLst>
            <pc:docMk/>
            <pc:sldMk cId="318626864" sldId="268"/>
            <ac:spMk id="50" creationId="{80A436E4-1D88-C924-A3C7-4F807C333DDE}"/>
          </ac:spMkLst>
        </pc:spChg>
        <pc:spChg chg="add del mod">
          <ac:chgData name="Laurent LECOUTRE" userId="e53171f8a862639b" providerId="LiveId" clId="{6E215B28-5145-4087-8863-D167F731E897}" dt="2026-07-01T16:40:26.580" v="894"/>
          <ac:spMkLst>
            <pc:docMk/>
            <pc:sldMk cId="318626864" sldId="268"/>
            <ac:spMk id="52" creationId="{983AF55A-7890-437D-C2E0-610D1CDF9449}"/>
          </ac:spMkLst>
        </pc:spChg>
        <pc:spChg chg="add del mod">
          <ac:chgData name="Laurent LECOUTRE" userId="e53171f8a862639b" providerId="LiveId" clId="{6E215B28-5145-4087-8863-D167F731E897}" dt="2026-07-01T16:40:26.580" v="895"/>
          <ac:spMkLst>
            <pc:docMk/>
            <pc:sldMk cId="318626864" sldId="268"/>
            <ac:spMk id="54" creationId="{A48D07B5-A0F5-E137-7FA7-513C872E1494}"/>
          </ac:spMkLst>
        </pc:spChg>
        <pc:spChg chg="add mod">
          <ac:chgData name="Laurent LECOUTRE" userId="e53171f8a862639b" providerId="LiveId" clId="{6E215B28-5145-4087-8863-D167F731E897}" dt="2026-07-01T16:40:26.606" v="902"/>
          <ac:spMkLst>
            <pc:docMk/>
            <pc:sldMk cId="318626864" sldId="268"/>
            <ac:spMk id="55" creationId="{E5E57870-76A2-43D5-979D-5BA5314E9A13}"/>
          </ac:spMkLst>
        </pc:spChg>
        <pc:spChg chg="add mod">
          <ac:chgData name="Laurent LECOUTRE" userId="e53171f8a862639b" providerId="LiveId" clId="{6E215B28-5145-4087-8863-D167F731E897}" dt="2026-07-01T16:40:26.609" v="909"/>
          <ac:spMkLst>
            <pc:docMk/>
            <pc:sldMk cId="318626864" sldId="268"/>
            <ac:spMk id="56" creationId="{E86D77AC-E7F7-43EF-9699-7AE7E58FBFA2}"/>
          </ac:spMkLst>
        </pc:spChg>
        <pc:spChg chg="add mod">
          <ac:chgData name="Laurent LECOUTRE" userId="e53171f8a862639b" providerId="LiveId" clId="{6E215B28-5145-4087-8863-D167F731E897}" dt="2026-07-01T16:40:26.611" v="917"/>
          <ac:spMkLst>
            <pc:docMk/>
            <pc:sldMk cId="318626864" sldId="268"/>
            <ac:spMk id="57" creationId="{E4DBE611-94B7-4620-8F2E-0B7B0BA4610E}"/>
          </ac:spMkLst>
        </pc:spChg>
        <pc:picChg chg="mod">
          <ac:chgData name="Laurent LECOUTRE" userId="e53171f8a862639b" providerId="LiveId" clId="{6E215B28-5145-4087-8863-D167F731E897}" dt="2026-07-01T16:40:26.574" v="877"/>
          <ac:picMkLst>
            <pc:docMk/>
            <pc:sldMk cId="318626864" sldId="268"/>
            <ac:picMk id="6" creationId="{BDD47D5A-E9C6-F467-93C1-000F73C63993}"/>
          </ac:picMkLst>
        </pc:picChg>
        <pc:picChg chg="del">
          <ac:chgData name="Laurent LECOUTRE" userId="e53171f8a862639b" providerId="LiveId" clId="{6E215B28-5145-4087-8863-D167F731E897}" dt="2026-07-01T15:19:32.260" v="5" actId="478"/>
          <ac:picMkLst>
            <pc:docMk/>
            <pc:sldMk cId="318626864" sldId="268"/>
            <ac:picMk id="14" creationId="{1C248898-3610-673F-8D7C-7A6130392F3B}"/>
          </ac:picMkLst>
        </pc:picChg>
        <pc:picChg chg="del">
          <ac:chgData name="Laurent LECOUTRE" userId="e53171f8a862639b" providerId="LiveId" clId="{6E215B28-5145-4087-8863-D167F731E897}" dt="2026-07-01T15:19:45.852" v="15" actId="478"/>
          <ac:picMkLst>
            <pc:docMk/>
            <pc:sldMk cId="318626864" sldId="268"/>
            <ac:picMk id="19" creationId="{EBACD586-237E-E4DE-AA5F-82F3EB21B220}"/>
          </ac:picMkLst>
        </pc:picChg>
        <pc:picChg chg="add mod">
          <ac:chgData name="Laurent LECOUTRE" userId="e53171f8a862639b" providerId="LiveId" clId="{6E215B28-5145-4087-8863-D167F731E897}" dt="2026-07-01T16:40:26.575" v="881"/>
          <ac:picMkLst>
            <pc:docMk/>
            <pc:sldMk cId="318626864" sldId="268"/>
            <ac:picMk id="29" creationId="{C4058311-A645-CCE0-ACC5-70DCE0994A79}"/>
          </ac:picMkLst>
        </pc:picChg>
        <pc:picChg chg="add mod">
          <ac:chgData name="Laurent LECOUTRE" userId="e53171f8a862639b" providerId="LiveId" clId="{6E215B28-5145-4087-8863-D167F731E897}" dt="2026-07-01T16:40:26.576" v="885"/>
          <ac:picMkLst>
            <pc:docMk/>
            <pc:sldMk cId="318626864" sldId="268"/>
            <ac:picMk id="41" creationId="{84F85ADF-0128-9745-4938-065B50DE650D}"/>
          </ac:picMkLst>
        </pc:picChg>
      </pc:sldChg>
      <pc:sldChg chg="modSp add del mod">
        <pc:chgData name="Laurent LECOUTRE" userId="e53171f8a862639b" providerId="LiveId" clId="{6E215B28-5145-4087-8863-D167F731E897}" dt="2026-07-01T18:37:59.168" v="2842"/>
        <pc:sldMkLst>
          <pc:docMk/>
          <pc:sldMk cId="2805198360" sldId="269"/>
        </pc:sldMkLst>
        <pc:spChg chg="mod">
          <ac:chgData name="Laurent LECOUTRE" userId="e53171f8a862639b" providerId="LiveId" clId="{6E215B28-5145-4087-8863-D167F731E897}" dt="2026-07-01T18:36:11.130" v="2785" actId="20577"/>
          <ac:spMkLst>
            <pc:docMk/>
            <pc:sldMk cId="2805198360" sldId="269"/>
            <ac:spMk id="2" creationId="{900EDF62-C8E0-9141-08CA-684DD525F2C5}"/>
          </ac:spMkLst>
        </pc:spChg>
        <pc:spChg chg="mod">
          <ac:chgData name="Laurent LECOUTRE" userId="e53171f8a862639b" providerId="LiveId" clId="{6E215B28-5145-4087-8863-D167F731E897}" dt="2026-07-01T18:36:29.243" v="2836" actId="20577"/>
          <ac:spMkLst>
            <pc:docMk/>
            <pc:sldMk cId="2805198360" sldId="269"/>
            <ac:spMk id="3" creationId="{E14CBA3B-985A-3A86-0581-44084F915E0D}"/>
          </ac:spMkLst>
        </pc:spChg>
        <pc:spChg chg="mod">
          <ac:chgData name="Laurent LECOUTRE" userId="e53171f8a862639b" providerId="LiveId" clId="{6E215B28-5145-4087-8863-D167F731E897}" dt="2026-07-01T16:42:14.469" v="944" actId="1076"/>
          <ac:spMkLst>
            <pc:docMk/>
            <pc:sldMk cId="2805198360" sldId="269"/>
            <ac:spMk id="37" creationId="{B5666039-8DE3-870B-B086-29B8965D3535}"/>
          </ac:spMkLst>
        </pc:spChg>
        <pc:spChg chg="mod">
          <ac:chgData name="Laurent LECOUTRE" userId="e53171f8a862639b" providerId="LiveId" clId="{6E215B28-5145-4087-8863-D167F731E897}" dt="2026-07-01T16:42:06.035" v="942" actId="20577"/>
          <ac:spMkLst>
            <pc:docMk/>
            <pc:sldMk cId="2805198360" sldId="269"/>
            <ac:spMk id="43" creationId="{C8CFE9DA-25B2-910B-7DA8-CBB2AEFAE099}"/>
          </ac:spMkLst>
        </pc:spChg>
        <pc:spChg chg="mod">
          <ac:chgData name="Laurent LECOUTRE" userId="e53171f8a862639b" providerId="LiveId" clId="{6E215B28-5145-4087-8863-D167F731E897}" dt="2026-07-01T18:37:21.466" v="2840" actId="20577"/>
          <ac:spMkLst>
            <pc:docMk/>
            <pc:sldMk cId="2805198360" sldId="269"/>
            <ac:spMk id="55" creationId="{E5E57870-76A2-43D5-979D-5BA5314E9A13}"/>
          </ac:spMkLst>
        </pc:spChg>
      </pc:sldChg>
      <pc:sldChg chg="addSp modSp new del mod ord setBg">
        <pc:chgData name="Laurent LECOUTRE" userId="e53171f8a862639b" providerId="LiveId" clId="{6E215B28-5145-4087-8863-D167F731E897}" dt="2026-07-01T18:13:17.479" v="2319"/>
        <pc:sldMkLst>
          <pc:docMk/>
          <pc:sldMk cId="3407602171" sldId="270"/>
        </pc:sldMkLst>
        <pc:spChg chg="add mod">
          <ac:chgData name="Laurent LECOUTRE" userId="e53171f8a862639b" providerId="LiveId" clId="{6E215B28-5145-4087-8863-D167F731E897}" dt="2026-07-01T16:57:25.427" v="956"/>
          <ac:spMkLst>
            <pc:docMk/>
            <pc:sldMk cId="3407602171" sldId="270"/>
            <ac:spMk id="2" creationId="{1644B8FD-CEB0-482B-A665-7DB1FD5BCFDD}"/>
          </ac:spMkLst>
        </pc:spChg>
        <pc:spChg chg="add mod">
          <ac:chgData name="Laurent LECOUTRE" userId="e53171f8a862639b" providerId="LiveId" clId="{6E215B28-5145-4087-8863-D167F731E897}" dt="2026-07-01T16:57:25.438" v="961"/>
          <ac:spMkLst>
            <pc:docMk/>
            <pc:sldMk cId="3407602171" sldId="270"/>
            <ac:spMk id="3" creationId="{A7588F05-0D8F-4C99-B6EA-AC0FB94D4A5E}"/>
          </ac:spMkLst>
        </pc:spChg>
        <pc:spChg chg="add mod">
          <ac:chgData name="Laurent LECOUTRE" userId="e53171f8a862639b" providerId="LiveId" clId="{6E215B28-5145-4087-8863-D167F731E897}" dt="2026-07-01T18:05:07.059" v="1975" actId="1076"/>
          <ac:spMkLst>
            <pc:docMk/>
            <pc:sldMk cId="3407602171" sldId="270"/>
            <ac:spMk id="6" creationId="{3CF6E1CD-D0B5-4524-A1D1-4A6DA7ABCBB8}"/>
          </ac:spMkLst>
        </pc:spChg>
        <pc:spChg chg="add mod">
          <ac:chgData name="Laurent LECOUTRE" userId="e53171f8a862639b" providerId="LiveId" clId="{6E215B28-5145-4087-8863-D167F731E897}" dt="2026-07-01T18:11:16.840" v="2186" actId="14100"/>
          <ac:spMkLst>
            <pc:docMk/>
            <pc:sldMk cId="3407602171" sldId="270"/>
            <ac:spMk id="7" creationId="{B211B088-9D13-497B-BEF7-9C80180EED76}"/>
          </ac:spMkLst>
        </pc:spChg>
        <pc:graphicFrameChg chg="add mod modGraphic">
          <ac:chgData name="Laurent LECOUTRE" userId="e53171f8a862639b" providerId="LiveId" clId="{6E215B28-5145-4087-8863-D167F731E897}" dt="2026-07-01T18:13:06.062" v="2317"/>
          <ac:graphicFrameMkLst>
            <pc:docMk/>
            <pc:sldMk cId="3407602171" sldId="270"/>
            <ac:graphicFrameMk id="5" creationId="{C9EE82EB-13EA-4D4D-82AB-C1A1E08F6052}"/>
          </ac:graphicFrameMkLst>
        </pc:graphicFrameChg>
      </pc:sldChg>
      <pc:sldChg chg="addSp modSp new del mod ord setBg">
        <pc:chgData name="Laurent LECOUTRE" userId="e53171f8a862639b" providerId="LiveId" clId="{6E215B28-5145-4087-8863-D167F731E897}" dt="2026-07-01T17:12:33.752" v="1535"/>
        <pc:sldMkLst>
          <pc:docMk/>
          <pc:sldMk cId="1251526851" sldId="271"/>
        </pc:sldMkLst>
        <pc:spChg chg="add mod">
          <ac:chgData name="Laurent LECOUTRE" userId="e53171f8a862639b" providerId="LiveId" clId="{6E215B28-5145-4087-8863-D167F731E897}" dt="2026-07-01T17:11:59.985" v="1488"/>
          <ac:spMkLst>
            <pc:docMk/>
            <pc:sldMk cId="1251526851" sldId="271"/>
            <ac:spMk id="2" creationId="{6BD2141C-E89E-4123-BC3D-E519C8B825CC}"/>
          </ac:spMkLst>
        </pc:spChg>
        <pc:spChg chg="add mod">
          <ac:chgData name="Laurent LECOUTRE" userId="e53171f8a862639b" providerId="LiveId" clId="{6E215B28-5145-4087-8863-D167F731E897}" dt="2026-07-01T17:11:59.988" v="1495"/>
          <ac:spMkLst>
            <pc:docMk/>
            <pc:sldMk cId="1251526851" sldId="271"/>
            <ac:spMk id="3" creationId="{D21A1403-30EB-40F7-8EE8-E9D73BAF5717}"/>
          </ac:spMkLst>
        </pc:spChg>
        <pc:spChg chg="add mod">
          <ac:chgData name="Laurent LECOUTRE" userId="e53171f8a862639b" providerId="LiveId" clId="{6E215B28-5145-4087-8863-D167F731E897}" dt="2026-07-01T17:11:59.992" v="1502"/>
          <ac:spMkLst>
            <pc:docMk/>
            <pc:sldMk cId="1251526851" sldId="271"/>
            <ac:spMk id="4" creationId="{18CA5B18-6FB9-4573-8A4C-F8755A83188F}"/>
          </ac:spMkLst>
        </pc:spChg>
        <pc:spChg chg="add mod">
          <ac:chgData name="Laurent LECOUTRE" userId="e53171f8a862639b" providerId="LiveId" clId="{6E215B28-5145-4087-8863-D167F731E897}" dt="2026-07-01T17:11:59.995" v="1509"/>
          <ac:spMkLst>
            <pc:docMk/>
            <pc:sldMk cId="1251526851" sldId="271"/>
            <ac:spMk id="5" creationId="{732AE13D-52C5-4538-88B5-626C9A2E54F8}"/>
          </ac:spMkLst>
        </pc:spChg>
        <pc:spChg chg="add mod">
          <ac:chgData name="Laurent LECOUTRE" userId="e53171f8a862639b" providerId="LiveId" clId="{6E215B28-5145-4087-8863-D167F731E897}" dt="2026-07-01T17:12:10.843" v="1515"/>
          <ac:spMkLst>
            <pc:docMk/>
            <pc:sldMk cId="1251526851" sldId="271"/>
            <ac:spMk id="6" creationId="{F28EAA2A-70D1-4F95-9F6F-628C01483D9D}"/>
          </ac:spMkLst>
        </pc:spChg>
        <pc:spChg chg="add mod">
          <ac:chgData name="Laurent LECOUTRE" userId="e53171f8a862639b" providerId="LiveId" clId="{6E215B28-5145-4087-8863-D167F731E897}" dt="2026-07-01T17:12:10.846" v="1521"/>
          <ac:spMkLst>
            <pc:docMk/>
            <pc:sldMk cId="1251526851" sldId="271"/>
            <ac:spMk id="7" creationId="{9836FBF5-3212-4A17-B663-9B97E3225B28}"/>
          </ac:spMkLst>
        </pc:spChg>
        <pc:spChg chg="add mod">
          <ac:chgData name="Laurent LECOUTRE" userId="e53171f8a862639b" providerId="LiveId" clId="{6E215B28-5145-4087-8863-D167F731E897}" dt="2026-07-01T17:12:10.849" v="1527"/>
          <ac:spMkLst>
            <pc:docMk/>
            <pc:sldMk cId="1251526851" sldId="271"/>
            <ac:spMk id="8" creationId="{661373E9-1936-4B2D-949D-64F88F12D17B}"/>
          </ac:spMkLst>
        </pc:spChg>
        <pc:spChg chg="add mod">
          <ac:chgData name="Laurent LECOUTRE" userId="e53171f8a862639b" providerId="LiveId" clId="{6E215B28-5145-4087-8863-D167F731E897}" dt="2026-07-01T17:12:10.851" v="1533"/>
          <ac:spMkLst>
            <pc:docMk/>
            <pc:sldMk cId="1251526851" sldId="271"/>
            <ac:spMk id="9" creationId="{5496B810-0254-4647-91CB-B195695B294C}"/>
          </ac:spMkLst>
        </pc:spChg>
      </pc:sldChg>
      <pc:sldChg chg="modSp add del mod">
        <pc:chgData name="Laurent LECOUTRE" userId="e53171f8a862639b" providerId="LiveId" clId="{6E215B28-5145-4087-8863-D167F731E897}" dt="2026-07-01T18:20:12.189" v="2431"/>
        <pc:sldMkLst>
          <pc:docMk/>
          <pc:sldMk cId="3904386694" sldId="272"/>
        </pc:sldMkLst>
        <pc:spChg chg="mod">
          <ac:chgData name="Laurent LECOUTRE" userId="e53171f8a862639b" providerId="LiveId" clId="{6E215B28-5145-4087-8863-D167F731E897}" dt="2026-07-01T18:19:50.254" v="2427"/>
          <ac:spMkLst>
            <pc:docMk/>
            <pc:sldMk cId="3904386694" sldId="272"/>
            <ac:spMk id="5" creationId="{732AE13D-52C5-4538-88B5-626C9A2E54F8}"/>
          </ac:spMkLst>
        </pc:spChg>
        <pc:spChg chg="mod">
          <ac:chgData name="Laurent LECOUTRE" userId="e53171f8a862639b" providerId="LiveId" clId="{6E215B28-5145-4087-8863-D167F731E897}" dt="2026-07-01T18:19:50.250" v="2420"/>
          <ac:spMkLst>
            <pc:docMk/>
            <pc:sldMk cId="3904386694" sldId="272"/>
            <ac:spMk id="6" creationId="{F28EAA2A-70D1-4F95-9F6F-628C01483D9D}"/>
          </ac:spMkLst>
        </pc:spChg>
        <pc:spChg chg="mod">
          <ac:chgData name="Laurent LECOUTRE" userId="e53171f8a862639b" providerId="LiveId" clId="{6E215B28-5145-4087-8863-D167F731E897}" dt="2026-07-01T18:19:50.252" v="2423"/>
          <ac:spMkLst>
            <pc:docMk/>
            <pc:sldMk cId="3904386694" sldId="272"/>
            <ac:spMk id="7" creationId="{9836FBF5-3212-4A17-B663-9B97E3225B28}"/>
          </ac:spMkLst>
        </pc:spChg>
        <pc:spChg chg="mod">
          <ac:chgData name="Laurent LECOUTRE" userId="e53171f8a862639b" providerId="LiveId" clId="{6E215B28-5145-4087-8863-D167F731E897}" dt="2026-07-01T18:19:50.253" v="2426"/>
          <ac:spMkLst>
            <pc:docMk/>
            <pc:sldMk cId="3904386694" sldId="272"/>
            <ac:spMk id="8" creationId="{661373E9-1936-4B2D-949D-64F88F12D17B}"/>
          </ac:spMkLst>
        </pc:spChg>
        <pc:spChg chg="mod">
          <ac:chgData name="Laurent LECOUTRE" userId="e53171f8a862639b" providerId="LiveId" clId="{6E215B28-5145-4087-8863-D167F731E897}" dt="2026-07-01T18:19:50.254" v="2429"/>
          <ac:spMkLst>
            <pc:docMk/>
            <pc:sldMk cId="3904386694" sldId="272"/>
            <ac:spMk id="9" creationId="{5496B810-0254-4647-91CB-B195695B294C}"/>
          </ac:spMkLst>
        </pc:spChg>
      </pc:sldChg>
      <pc:sldChg chg="modSp add del mod">
        <pc:chgData name="Laurent LECOUTRE" userId="e53171f8a862639b" providerId="LiveId" clId="{6E215B28-5145-4087-8863-D167F731E897}" dt="2026-07-01T18:14:55.220" v="2344"/>
        <pc:sldMkLst>
          <pc:docMk/>
          <pc:sldMk cId="204194385" sldId="273"/>
        </pc:sldMkLst>
        <pc:graphicFrameChg chg="modGraphic">
          <ac:chgData name="Laurent LECOUTRE" userId="e53171f8a862639b" providerId="LiveId" clId="{6E215B28-5145-4087-8863-D167F731E897}" dt="2026-07-01T18:13:56.661" v="2342"/>
          <ac:graphicFrameMkLst>
            <pc:docMk/>
            <pc:sldMk cId="204194385" sldId="273"/>
            <ac:graphicFrameMk id="5" creationId="{C9EE82EB-13EA-4D4D-82AB-C1A1E08F6052}"/>
          </ac:graphicFrameMkLst>
        </pc:graphicFrameChg>
      </pc:sldChg>
      <pc:sldChg chg="modSp add mod ord">
        <pc:chgData name="Laurent LECOUTRE" userId="e53171f8a862639b" providerId="LiveId" clId="{6E215B28-5145-4087-8863-D167F731E897}" dt="2026-07-01T21:14:32.424" v="4422" actId="20577"/>
        <pc:sldMkLst>
          <pc:docMk/>
          <pc:sldMk cId="1131665150" sldId="274"/>
        </pc:sldMkLst>
        <pc:spChg chg="mod">
          <ac:chgData name="Laurent LECOUTRE" userId="e53171f8a862639b" providerId="LiveId" clId="{6E215B28-5145-4087-8863-D167F731E897}" dt="2026-07-01T18:16:36.482" v="2411" actId="20577"/>
          <ac:spMkLst>
            <pc:docMk/>
            <pc:sldMk cId="1131665150" sldId="274"/>
            <ac:spMk id="2" creationId="{1644B8FD-CEB0-482B-A665-7DB1FD5BCFDD}"/>
          </ac:spMkLst>
        </pc:spChg>
        <pc:spChg chg="mod">
          <ac:chgData name="Laurent LECOUTRE" userId="e53171f8a862639b" providerId="LiveId" clId="{6E215B28-5145-4087-8863-D167F731E897}" dt="2026-07-01T18:16:15.789" v="2397" actId="14100"/>
          <ac:spMkLst>
            <pc:docMk/>
            <pc:sldMk cId="1131665150" sldId="274"/>
            <ac:spMk id="3" creationId="{A7588F05-0D8F-4C99-B6EA-AC0FB94D4A5E}"/>
          </ac:spMkLst>
        </pc:spChg>
        <pc:spChg chg="mod">
          <ac:chgData name="Laurent LECOUTRE" userId="e53171f8a862639b" providerId="LiveId" clId="{6E215B28-5145-4087-8863-D167F731E897}" dt="2026-07-01T18:16:22.987" v="2400" actId="20577"/>
          <ac:spMkLst>
            <pc:docMk/>
            <pc:sldMk cId="1131665150" sldId="274"/>
            <ac:spMk id="7" creationId="{B211B088-9D13-497B-BEF7-9C80180EED76}"/>
          </ac:spMkLst>
        </pc:spChg>
        <pc:graphicFrameChg chg="modGraphic">
          <ac:chgData name="Laurent LECOUTRE" userId="e53171f8a862639b" providerId="LiveId" clId="{6E215B28-5145-4087-8863-D167F731E897}" dt="2026-07-01T21:14:32.424" v="4422" actId="20577"/>
          <ac:graphicFrameMkLst>
            <pc:docMk/>
            <pc:sldMk cId="1131665150" sldId="274"/>
            <ac:graphicFrameMk id="5" creationId="{C9EE82EB-13EA-4D4D-82AB-C1A1E08F6052}"/>
          </ac:graphicFrameMkLst>
        </pc:graphicFrameChg>
      </pc:sldChg>
      <pc:sldChg chg="modSp add del mod">
        <pc:chgData name="Laurent LECOUTRE" userId="e53171f8a862639b" providerId="LiveId" clId="{6E215B28-5145-4087-8863-D167F731E897}" dt="2026-07-01T18:26:00.947" v="2446"/>
        <pc:sldMkLst>
          <pc:docMk/>
          <pc:sldMk cId="3011769673" sldId="275"/>
        </pc:sldMkLst>
        <pc:spChg chg="mod">
          <ac:chgData name="Laurent LECOUTRE" userId="e53171f8a862639b" providerId="LiveId" clId="{6E215B28-5145-4087-8863-D167F731E897}" dt="2026-07-01T18:25:34.283" v="2432"/>
          <ac:spMkLst>
            <pc:docMk/>
            <pc:sldMk cId="3011769673" sldId="275"/>
            <ac:spMk id="4" creationId="{18CA5B18-6FB9-4573-8A4C-F8755A83188F}"/>
          </ac:spMkLst>
        </pc:spChg>
        <pc:spChg chg="mod">
          <ac:chgData name="Laurent LECOUTRE" userId="e53171f8a862639b" providerId="LiveId" clId="{6E215B28-5145-4087-8863-D167F731E897}" dt="2026-07-01T18:25:34.287" v="2442"/>
          <ac:spMkLst>
            <pc:docMk/>
            <pc:sldMk cId="3011769673" sldId="275"/>
            <ac:spMk id="5" creationId="{732AE13D-52C5-4538-88B5-626C9A2E54F8}"/>
          </ac:spMkLst>
        </pc:spChg>
        <pc:spChg chg="mod">
          <ac:chgData name="Laurent LECOUTRE" userId="e53171f8a862639b" providerId="LiveId" clId="{6E215B28-5145-4087-8863-D167F731E897}" dt="2026-07-01T18:25:34.285" v="2435"/>
          <ac:spMkLst>
            <pc:docMk/>
            <pc:sldMk cId="3011769673" sldId="275"/>
            <ac:spMk id="6" creationId="{F28EAA2A-70D1-4F95-9F6F-628C01483D9D}"/>
          </ac:spMkLst>
        </pc:spChg>
        <pc:spChg chg="mod">
          <ac:chgData name="Laurent LECOUTRE" userId="e53171f8a862639b" providerId="LiveId" clId="{6E215B28-5145-4087-8863-D167F731E897}" dt="2026-07-01T18:25:34.286" v="2438"/>
          <ac:spMkLst>
            <pc:docMk/>
            <pc:sldMk cId="3011769673" sldId="275"/>
            <ac:spMk id="7" creationId="{9836FBF5-3212-4A17-B663-9B97E3225B28}"/>
          </ac:spMkLst>
        </pc:spChg>
        <pc:spChg chg="mod">
          <ac:chgData name="Laurent LECOUTRE" userId="e53171f8a862639b" providerId="LiveId" clId="{6E215B28-5145-4087-8863-D167F731E897}" dt="2026-07-01T18:25:34.287" v="2441"/>
          <ac:spMkLst>
            <pc:docMk/>
            <pc:sldMk cId="3011769673" sldId="275"/>
            <ac:spMk id="8" creationId="{661373E9-1936-4B2D-949D-64F88F12D17B}"/>
          </ac:spMkLst>
        </pc:spChg>
        <pc:spChg chg="mod">
          <ac:chgData name="Laurent LECOUTRE" userId="e53171f8a862639b" providerId="LiveId" clId="{6E215B28-5145-4087-8863-D167F731E897}" dt="2026-07-01T18:25:34.288" v="2444"/>
          <ac:spMkLst>
            <pc:docMk/>
            <pc:sldMk cId="3011769673" sldId="275"/>
            <ac:spMk id="9" creationId="{5496B810-0254-4647-91CB-B195695B294C}"/>
          </ac:spMkLst>
        </pc:spChg>
      </pc:sldChg>
      <pc:sldChg chg="add del">
        <pc:chgData name="Laurent LECOUTRE" userId="e53171f8a862639b" providerId="LiveId" clId="{6E215B28-5145-4087-8863-D167F731E897}" dt="2026-07-01T18:27:10.989" v="2448"/>
        <pc:sldMkLst>
          <pc:docMk/>
          <pc:sldMk cId="3365929819" sldId="276"/>
        </pc:sldMkLst>
      </pc:sldChg>
      <pc:sldChg chg="modSp add mod ord">
        <pc:chgData name="Laurent LECOUTRE" userId="e53171f8a862639b" providerId="LiveId" clId="{6E215B28-5145-4087-8863-D167F731E897}" dt="2026-07-01T20:13:04.982" v="4280"/>
        <pc:sldMkLst>
          <pc:docMk/>
          <pc:sldMk cId="1579526359" sldId="277"/>
        </pc:sldMkLst>
        <pc:spChg chg="mod">
          <ac:chgData name="Laurent LECOUTRE" userId="e53171f8a862639b" providerId="LiveId" clId="{6E215B28-5145-4087-8863-D167F731E897}" dt="2026-07-01T18:34:13.026" v="2698" actId="20577"/>
          <ac:spMkLst>
            <pc:docMk/>
            <pc:sldMk cId="1579526359" sldId="277"/>
            <ac:spMk id="2" creationId="{6BD2141C-E89E-4123-BC3D-E519C8B825CC}"/>
          </ac:spMkLst>
        </pc:spChg>
        <pc:spChg chg="mod">
          <ac:chgData name="Laurent LECOUTRE" userId="e53171f8a862639b" providerId="LiveId" clId="{6E215B28-5145-4087-8863-D167F731E897}" dt="2026-07-01T18:34:14.903" v="2699" actId="1076"/>
          <ac:spMkLst>
            <pc:docMk/>
            <pc:sldMk cId="1579526359" sldId="277"/>
            <ac:spMk id="4" creationId="{18CA5B18-6FB9-4573-8A4C-F8755A83188F}"/>
          </ac:spMkLst>
        </pc:spChg>
        <pc:spChg chg="mod">
          <ac:chgData name="Laurent LECOUTRE" userId="e53171f8a862639b" providerId="LiveId" clId="{6E215B28-5145-4087-8863-D167F731E897}" dt="2026-07-01T18:31:16.309" v="2548" actId="114"/>
          <ac:spMkLst>
            <pc:docMk/>
            <pc:sldMk cId="1579526359" sldId="277"/>
            <ac:spMk id="6" creationId="{F28EAA2A-70D1-4F95-9F6F-628C01483D9D}"/>
          </ac:spMkLst>
        </pc:spChg>
        <pc:spChg chg="mod">
          <ac:chgData name="Laurent LECOUTRE" userId="e53171f8a862639b" providerId="LiveId" clId="{6E215B28-5145-4087-8863-D167F731E897}" dt="2026-07-01T18:31:19.554" v="2549" actId="108"/>
          <ac:spMkLst>
            <pc:docMk/>
            <pc:sldMk cId="1579526359" sldId="277"/>
            <ac:spMk id="7" creationId="{9836FBF5-3212-4A17-B663-9B97E3225B28}"/>
          </ac:spMkLst>
        </pc:spChg>
        <pc:spChg chg="mod">
          <ac:chgData name="Laurent LECOUTRE" userId="e53171f8a862639b" providerId="LiveId" clId="{6E215B28-5145-4087-8863-D167F731E897}" dt="2026-07-01T18:31:24.800" v="2550" actId="108"/>
          <ac:spMkLst>
            <pc:docMk/>
            <pc:sldMk cId="1579526359" sldId="277"/>
            <ac:spMk id="8" creationId="{661373E9-1936-4B2D-949D-64F88F12D17B}"/>
          </ac:spMkLst>
        </pc:spChg>
        <pc:spChg chg="mod">
          <ac:chgData name="Laurent LECOUTRE" userId="e53171f8a862639b" providerId="LiveId" clId="{6E215B28-5145-4087-8863-D167F731E897}" dt="2026-07-01T18:33:30.698" v="2669" actId="20577"/>
          <ac:spMkLst>
            <pc:docMk/>
            <pc:sldMk cId="1579526359" sldId="277"/>
            <ac:spMk id="9" creationId="{5496B810-0254-4647-91CB-B195695B294C}"/>
          </ac:spMkLst>
        </pc:spChg>
      </pc:sldChg>
      <pc:sldChg chg="addSp modSp add del mod ord">
        <pc:chgData name="Laurent LECOUTRE" userId="e53171f8a862639b" providerId="LiveId" clId="{6E215B28-5145-4087-8863-D167F731E897}" dt="2026-07-01T20:18:49.072" v="4305" actId="20577"/>
        <pc:sldMkLst>
          <pc:docMk/>
          <pc:sldMk cId="2033659050" sldId="278"/>
        </pc:sldMkLst>
        <pc:spChg chg="mod">
          <ac:chgData name="Laurent LECOUTRE" userId="e53171f8a862639b" providerId="LiveId" clId="{6E215B28-5145-4087-8863-D167F731E897}" dt="2026-07-01T18:38:12.834" v="2848" actId="20577"/>
          <ac:spMkLst>
            <pc:docMk/>
            <pc:sldMk cId="2033659050" sldId="278"/>
            <ac:spMk id="3" creationId="{E14CBA3B-985A-3A86-0581-44084F915E0D}"/>
          </ac:spMkLst>
        </pc:spChg>
        <pc:spChg chg="mod">
          <ac:chgData name="Laurent LECOUTRE" userId="e53171f8a862639b" providerId="LiveId" clId="{6E215B28-5145-4087-8863-D167F731E897}" dt="2026-07-01T19:32:07.278" v="3630"/>
          <ac:spMkLst>
            <pc:docMk/>
            <pc:sldMk cId="2033659050" sldId="278"/>
            <ac:spMk id="4" creationId="{AB82A137-4C42-3042-1462-1DA81597717D}"/>
          </ac:spMkLst>
        </pc:spChg>
        <pc:spChg chg="mod">
          <ac:chgData name="Laurent LECOUTRE" userId="e53171f8a862639b" providerId="LiveId" clId="{6E215B28-5145-4087-8863-D167F731E897}" dt="2026-07-01T20:18:27.784" v="4295" actId="20577"/>
          <ac:spMkLst>
            <pc:docMk/>
            <pc:sldMk cId="2033659050" sldId="278"/>
            <ac:spMk id="7" creationId="{5B26B05C-A1A0-2F7C-5227-CF847A41676C}"/>
          </ac:spMkLst>
        </pc:spChg>
        <pc:spChg chg="add mod">
          <ac:chgData name="Laurent LECOUTRE" userId="e53171f8a862639b" providerId="LiveId" clId="{6E215B28-5145-4087-8863-D167F731E897}" dt="2026-07-01T19:53:00.433" v="3841" actId="20577"/>
          <ac:spMkLst>
            <pc:docMk/>
            <pc:sldMk cId="2033659050" sldId="278"/>
            <ac:spMk id="8" creationId="{1D945DE7-1677-4B9A-A196-7114D01FD260}"/>
          </ac:spMkLst>
        </pc:spChg>
        <pc:spChg chg="mod">
          <ac:chgData name="Laurent LECOUTRE" userId="e53171f8a862639b" providerId="LiveId" clId="{6E215B28-5145-4087-8863-D167F731E897}" dt="2026-07-01T19:32:07.278" v="3631"/>
          <ac:spMkLst>
            <pc:docMk/>
            <pc:sldMk cId="2033659050" sldId="278"/>
            <ac:spMk id="25" creationId="{9C6C7CF7-8306-BB16-F3EC-6CA3627CF613}"/>
          </ac:spMkLst>
        </pc:spChg>
        <pc:spChg chg="mod">
          <ac:chgData name="Laurent LECOUTRE" userId="e53171f8a862639b" providerId="LiveId" clId="{6E215B28-5145-4087-8863-D167F731E897}" dt="2026-07-01T20:18:41.474" v="4301" actId="20577"/>
          <ac:spMkLst>
            <pc:docMk/>
            <pc:sldMk cId="2033659050" sldId="278"/>
            <ac:spMk id="31" creationId="{09806868-7FEB-8FE0-16CC-7DD2806E62FF}"/>
          </ac:spMkLst>
        </pc:spChg>
        <pc:spChg chg="mod">
          <ac:chgData name="Laurent LECOUTRE" userId="e53171f8a862639b" providerId="LiveId" clId="{6E215B28-5145-4087-8863-D167F731E897}" dt="2026-07-01T19:32:07.279" v="3632"/>
          <ac:spMkLst>
            <pc:docMk/>
            <pc:sldMk cId="2033659050" sldId="278"/>
            <ac:spMk id="37" creationId="{B5666039-8DE3-870B-B086-29B8965D3535}"/>
          </ac:spMkLst>
        </pc:spChg>
        <pc:spChg chg="mod">
          <ac:chgData name="Laurent LECOUTRE" userId="e53171f8a862639b" providerId="LiveId" clId="{6E215B28-5145-4087-8863-D167F731E897}" dt="2026-07-01T20:18:49.072" v="4305" actId="20577"/>
          <ac:spMkLst>
            <pc:docMk/>
            <pc:sldMk cId="2033659050" sldId="278"/>
            <ac:spMk id="43" creationId="{C8CFE9DA-25B2-910B-7DA8-CBB2AEFAE099}"/>
          </ac:spMkLst>
        </pc:spChg>
        <pc:spChg chg="mod">
          <ac:chgData name="Laurent LECOUTRE" userId="e53171f8a862639b" providerId="LiveId" clId="{6E215B28-5145-4087-8863-D167F731E897}" dt="2026-07-01T18:45:46.493" v="2966" actId="20577"/>
          <ac:spMkLst>
            <pc:docMk/>
            <pc:sldMk cId="2033659050" sldId="278"/>
            <ac:spMk id="56" creationId="{E86D77AC-E7F7-43EF-9699-7AE7E58FBFA2}"/>
          </ac:spMkLst>
        </pc:spChg>
        <pc:spChg chg="mod">
          <ac:chgData name="Laurent LECOUTRE" userId="e53171f8a862639b" providerId="LiveId" clId="{6E215B28-5145-4087-8863-D167F731E897}" dt="2026-07-01T18:45:17.905" v="2938" actId="1076"/>
          <ac:spMkLst>
            <pc:docMk/>
            <pc:sldMk cId="2033659050" sldId="278"/>
            <ac:spMk id="57" creationId="{E4DBE611-94B7-4620-8F2E-0B7B0BA4610E}"/>
          </ac:spMkLst>
        </pc:spChg>
      </pc:sldChg>
      <pc:sldChg chg="add del">
        <pc:chgData name="Laurent LECOUTRE" userId="e53171f8a862639b" providerId="LiveId" clId="{6E215B28-5145-4087-8863-D167F731E897}" dt="2026-07-01T18:41:41.674" v="2891"/>
        <pc:sldMkLst>
          <pc:docMk/>
          <pc:sldMk cId="3836517418" sldId="279"/>
        </pc:sldMkLst>
      </pc:sldChg>
      <pc:sldChg chg="add mod ord modShow">
        <pc:chgData name="Laurent LECOUTRE" userId="e53171f8a862639b" providerId="LiveId" clId="{6E215B28-5145-4087-8863-D167F731E897}" dt="2026-07-01T20:16:25.758" v="4291"/>
        <pc:sldMkLst>
          <pc:docMk/>
          <pc:sldMk cId="3962021164" sldId="279"/>
        </pc:sldMkLst>
      </pc:sldChg>
      <pc:sldChg chg="addSp modSp new del mod ord setBg">
        <pc:chgData name="Laurent LECOUTRE" userId="e53171f8a862639b" providerId="LiveId" clId="{6E215B28-5145-4087-8863-D167F731E897}" dt="2026-07-01T19:11:22.461" v="3453"/>
        <pc:sldMkLst>
          <pc:docMk/>
          <pc:sldMk cId="1601890413" sldId="280"/>
        </pc:sldMkLst>
        <pc:spChg chg="add mod">
          <ac:chgData name="Laurent LECOUTRE" userId="e53171f8a862639b" providerId="LiveId" clId="{6E215B28-5145-4087-8863-D167F731E897}" dt="2026-07-01T19:09:38.056" v="3316"/>
          <ac:spMkLst>
            <pc:docMk/>
            <pc:sldMk cId="1601890413" sldId="280"/>
            <ac:spMk id="2" creationId="{DAE2D864-87F8-4F8B-B674-AE27794107E6}"/>
          </ac:spMkLst>
        </pc:spChg>
        <pc:spChg chg="add mod">
          <ac:chgData name="Laurent LECOUTRE" userId="e53171f8a862639b" providerId="LiveId" clId="{6E215B28-5145-4087-8863-D167F731E897}" dt="2026-07-01T19:09:38.059" v="3321"/>
          <ac:spMkLst>
            <pc:docMk/>
            <pc:sldMk cId="1601890413" sldId="280"/>
            <ac:spMk id="3" creationId="{9D014E3A-2726-4E02-98FC-40C5EB227896}"/>
          </ac:spMkLst>
        </pc:spChg>
        <pc:spChg chg="add mod">
          <ac:chgData name="Laurent LECOUTRE" userId="e53171f8a862639b" providerId="LiveId" clId="{6E215B28-5145-4087-8863-D167F731E897}" dt="2026-07-01T19:10:27.952" v="3327"/>
          <ac:spMkLst>
            <pc:docMk/>
            <pc:sldMk cId="1601890413" sldId="280"/>
            <ac:spMk id="4" creationId="{6C4CACDE-BBC7-4375-ABE9-8F9943C58CCA}"/>
          </ac:spMkLst>
        </pc:spChg>
        <pc:spChg chg="add mod">
          <ac:chgData name="Laurent LECOUTRE" userId="e53171f8a862639b" providerId="LiveId" clId="{6E215B28-5145-4087-8863-D167F731E897}" dt="2026-07-01T19:10:27.956" v="3338"/>
          <ac:spMkLst>
            <pc:docMk/>
            <pc:sldMk cId="1601890413" sldId="280"/>
            <ac:spMk id="5" creationId="{BA11C6D0-5235-4020-9D83-D0FF36293DF0}"/>
          </ac:spMkLst>
        </pc:spChg>
        <pc:spChg chg="add mod">
          <ac:chgData name="Laurent LECOUTRE" userId="e53171f8a862639b" providerId="LiveId" clId="{6E215B28-5145-4087-8863-D167F731E897}" dt="2026-07-01T19:10:27.957" v="3344"/>
          <ac:spMkLst>
            <pc:docMk/>
            <pc:sldMk cId="1601890413" sldId="280"/>
            <ac:spMk id="6" creationId="{633C4651-E2EE-4D44-A6A4-D14DC7FEFB9A}"/>
          </ac:spMkLst>
        </pc:spChg>
        <pc:spChg chg="add mod">
          <ac:chgData name="Laurent LECOUTRE" userId="e53171f8a862639b" providerId="LiveId" clId="{6E215B28-5145-4087-8863-D167F731E897}" dt="2026-07-01T19:10:27.961" v="3355"/>
          <ac:spMkLst>
            <pc:docMk/>
            <pc:sldMk cId="1601890413" sldId="280"/>
            <ac:spMk id="7" creationId="{0A572AE4-9C80-4C18-8422-ACB6F3DA09B8}"/>
          </ac:spMkLst>
        </pc:spChg>
        <pc:spChg chg="add mod">
          <ac:chgData name="Laurent LECOUTRE" userId="e53171f8a862639b" providerId="LiveId" clId="{6E215B28-5145-4087-8863-D167F731E897}" dt="2026-07-01T19:10:27.963" v="3361"/>
          <ac:spMkLst>
            <pc:docMk/>
            <pc:sldMk cId="1601890413" sldId="280"/>
            <ac:spMk id="8" creationId="{F149BFE3-C17E-4B5E-A0BE-34D108184F56}"/>
          </ac:spMkLst>
        </pc:spChg>
        <pc:spChg chg="add mod">
          <ac:chgData name="Laurent LECOUTRE" userId="e53171f8a862639b" providerId="LiveId" clId="{6E215B28-5145-4087-8863-D167F731E897}" dt="2026-07-01T19:10:27.967" v="3372"/>
          <ac:spMkLst>
            <pc:docMk/>
            <pc:sldMk cId="1601890413" sldId="280"/>
            <ac:spMk id="9" creationId="{04E36419-DEA2-4C6A-BE3E-F7BCFA303FED}"/>
          </ac:spMkLst>
        </pc:spChg>
        <pc:spChg chg="add mod">
          <ac:chgData name="Laurent LECOUTRE" userId="e53171f8a862639b" providerId="LiveId" clId="{6E215B28-5145-4087-8863-D167F731E897}" dt="2026-07-01T19:10:27.968" v="3375"/>
          <ac:spMkLst>
            <pc:docMk/>
            <pc:sldMk cId="1601890413" sldId="280"/>
            <ac:spMk id="10" creationId="{0ABC6CEE-CD82-48DE-BD2F-E5483DF85CD3}"/>
          </ac:spMkLst>
        </pc:spChg>
        <pc:spChg chg="add mod">
          <ac:chgData name="Laurent LECOUTRE" userId="e53171f8a862639b" providerId="LiveId" clId="{6E215B28-5145-4087-8863-D167F731E897}" dt="2026-07-01T19:10:27.969" v="3378"/>
          <ac:spMkLst>
            <pc:docMk/>
            <pc:sldMk cId="1601890413" sldId="280"/>
            <ac:spMk id="11" creationId="{B01C578C-FA02-43BC-8714-81671D573B36}"/>
          </ac:spMkLst>
        </pc:spChg>
        <pc:spChg chg="add mod ord">
          <ac:chgData name="Laurent LECOUTRE" userId="e53171f8a862639b" providerId="LiveId" clId="{6E215B28-5145-4087-8863-D167F731E897}" dt="2026-07-01T19:11:05.701" v="3382"/>
          <ac:spMkLst>
            <pc:docMk/>
            <pc:sldMk cId="1601890413" sldId="280"/>
            <ac:spMk id="12" creationId="{D3E7CF61-3D03-4E67-8D92-A7677C8F0C67}"/>
          </ac:spMkLst>
        </pc:spChg>
        <pc:spChg chg="add mod">
          <ac:chgData name="Laurent LECOUTRE" userId="e53171f8a862639b" providerId="LiveId" clId="{6E215B28-5145-4087-8863-D167F731E897}" dt="2026-07-01T19:11:05.702" v="3385"/>
          <ac:spMkLst>
            <pc:docMk/>
            <pc:sldMk cId="1601890413" sldId="280"/>
            <ac:spMk id="13" creationId="{75B840F5-8923-4FB2-9994-C4AF1C6AE54C}"/>
          </ac:spMkLst>
        </pc:spChg>
        <pc:spChg chg="add mod">
          <ac:chgData name="Laurent LECOUTRE" userId="e53171f8a862639b" providerId="LiveId" clId="{6E215B28-5145-4087-8863-D167F731E897}" dt="2026-07-01T19:11:05.705" v="3392"/>
          <ac:spMkLst>
            <pc:docMk/>
            <pc:sldMk cId="1601890413" sldId="280"/>
            <ac:spMk id="14" creationId="{C7920B55-34BF-4A9D-A5BE-56BFC3494D46}"/>
          </ac:spMkLst>
        </pc:spChg>
        <pc:spChg chg="add mod">
          <ac:chgData name="Laurent LECOUTRE" userId="e53171f8a862639b" providerId="LiveId" clId="{6E215B28-5145-4087-8863-D167F731E897}" dt="2026-07-01T19:11:05.709" v="3403"/>
          <ac:spMkLst>
            <pc:docMk/>
            <pc:sldMk cId="1601890413" sldId="280"/>
            <ac:spMk id="15" creationId="{98697F35-1F41-4EA9-8E05-338FC5499182}"/>
          </ac:spMkLst>
        </pc:spChg>
        <pc:spChg chg="add mod">
          <ac:chgData name="Laurent LECOUTRE" userId="e53171f8a862639b" providerId="LiveId" clId="{6E215B28-5145-4087-8863-D167F731E897}" dt="2026-07-01T19:11:05.712" v="3414"/>
          <ac:spMkLst>
            <pc:docMk/>
            <pc:sldMk cId="1601890413" sldId="280"/>
            <ac:spMk id="16" creationId="{2835404C-E501-413C-86D6-89E7E6B7863E}"/>
          </ac:spMkLst>
        </pc:spChg>
        <pc:spChg chg="add mod">
          <ac:chgData name="Laurent LECOUTRE" userId="e53171f8a862639b" providerId="LiveId" clId="{6E215B28-5145-4087-8863-D167F731E897}" dt="2026-07-01T19:11:05.716" v="3425"/>
          <ac:spMkLst>
            <pc:docMk/>
            <pc:sldMk cId="1601890413" sldId="280"/>
            <ac:spMk id="17" creationId="{A8972AFF-209B-4DEC-96A3-CE2084B1AA7F}"/>
          </ac:spMkLst>
        </pc:spChg>
        <pc:spChg chg="add mod">
          <ac:chgData name="Laurent LECOUTRE" userId="e53171f8a862639b" providerId="LiveId" clId="{6E215B28-5145-4087-8863-D167F731E897}" dt="2026-07-01T19:11:05.719" v="3436"/>
          <ac:spMkLst>
            <pc:docMk/>
            <pc:sldMk cId="1601890413" sldId="280"/>
            <ac:spMk id="18" creationId="{440E5A26-8756-4446-8EB3-663819A6DDD9}"/>
          </ac:spMkLst>
        </pc:spChg>
        <pc:spChg chg="add mod">
          <ac:chgData name="Laurent LECOUTRE" userId="e53171f8a862639b" providerId="LiveId" clId="{6E215B28-5145-4087-8863-D167F731E897}" dt="2026-07-01T19:11:05.720" v="3439"/>
          <ac:spMkLst>
            <pc:docMk/>
            <pc:sldMk cId="1601890413" sldId="280"/>
            <ac:spMk id="19" creationId="{D6A971F0-78F1-4675-A1D2-C47589F1A88A}"/>
          </ac:spMkLst>
        </pc:spChg>
        <pc:spChg chg="add mod">
          <ac:chgData name="Laurent LECOUTRE" userId="e53171f8a862639b" providerId="LiveId" clId="{6E215B28-5145-4087-8863-D167F731E897}" dt="2026-07-01T19:11:05.721" v="3442"/>
          <ac:spMkLst>
            <pc:docMk/>
            <pc:sldMk cId="1601890413" sldId="280"/>
            <ac:spMk id="20" creationId="{38815C07-730B-465F-AA16-63C00B39E98D}"/>
          </ac:spMkLst>
        </pc:spChg>
        <pc:spChg chg="add mod">
          <ac:chgData name="Laurent LECOUTRE" userId="e53171f8a862639b" providerId="LiveId" clId="{6E215B28-5145-4087-8863-D167F731E897}" dt="2026-07-01T19:11:05.722" v="3445"/>
          <ac:spMkLst>
            <pc:docMk/>
            <pc:sldMk cId="1601890413" sldId="280"/>
            <ac:spMk id="21" creationId="{800AF5A9-0BB3-416A-A577-0EACE4F509DD}"/>
          </ac:spMkLst>
        </pc:spChg>
        <pc:spChg chg="add mod">
          <ac:chgData name="Laurent LECOUTRE" userId="e53171f8a862639b" providerId="LiveId" clId="{6E215B28-5145-4087-8863-D167F731E897}" dt="2026-07-01T19:11:05.725" v="3451"/>
          <ac:spMkLst>
            <pc:docMk/>
            <pc:sldMk cId="1601890413" sldId="280"/>
            <ac:spMk id="22" creationId="{6DC10EA3-FE44-4117-8BE3-C3A1209D1772}"/>
          </ac:spMkLst>
        </pc:spChg>
      </pc:sldChg>
      <pc:sldChg chg="delSp modSp add del mod ord">
        <pc:chgData name="Laurent LECOUTRE" userId="e53171f8a862639b" providerId="LiveId" clId="{6E215B28-5145-4087-8863-D167F731E897}" dt="2026-07-01T20:42:48.399" v="4411" actId="47"/>
        <pc:sldMkLst>
          <pc:docMk/>
          <pc:sldMk cId="1813039442" sldId="281"/>
        </pc:sldMkLst>
        <pc:spChg chg="mod">
          <ac:chgData name="Laurent LECOUTRE" userId="e53171f8a862639b" providerId="LiveId" clId="{6E215B28-5145-4087-8863-D167F731E897}" dt="2026-07-01T19:14:44.916" v="3480" actId="20577"/>
          <ac:spMkLst>
            <pc:docMk/>
            <pc:sldMk cId="1813039442" sldId="281"/>
            <ac:spMk id="4" creationId="{6C4CACDE-BBC7-4375-ABE9-8F9943C58CCA}"/>
          </ac:spMkLst>
        </pc:spChg>
        <pc:spChg chg="del">
          <ac:chgData name="Laurent LECOUTRE" userId="e53171f8a862639b" providerId="LiveId" clId="{6E215B28-5145-4087-8863-D167F731E897}" dt="2026-07-01T19:12:16.710" v="3454"/>
          <ac:spMkLst>
            <pc:docMk/>
            <pc:sldMk cId="1813039442" sldId="281"/>
            <ac:spMk id="5" creationId="{BA11C6D0-5235-4020-9D83-D0FF36293DF0}"/>
          </ac:spMkLst>
        </pc:spChg>
        <pc:spChg chg="mod">
          <ac:chgData name="Laurent LECOUTRE" userId="e53171f8a862639b" providerId="LiveId" clId="{6E215B28-5145-4087-8863-D167F731E897}" dt="2026-07-01T19:16:02.026" v="3580" actId="20577"/>
          <ac:spMkLst>
            <pc:docMk/>
            <pc:sldMk cId="1813039442" sldId="281"/>
            <ac:spMk id="6" creationId="{633C4651-E2EE-4D44-A6A4-D14DC7FEFB9A}"/>
          </ac:spMkLst>
        </pc:spChg>
        <pc:spChg chg="del">
          <ac:chgData name="Laurent LECOUTRE" userId="e53171f8a862639b" providerId="LiveId" clId="{6E215B28-5145-4087-8863-D167F731E897}" dt="2026-07-01T19:12:16.711" v="3455"/>
          <ac:spMkLst>
            <pc:docMk/>
            <pc:sldMk cId="1813039442" sldId="281"/>
            <ac:spMk id="7" creationId="{0A572AE4-9C80-4C18-8422-ACB6F3DA09B8}"/>
          </ac:spMkLst>
        </pc:spChg>
        <pc:spChg chg="mod">
          <ac:chgData name="Laurent LECOUTRE" userId="e53171f8a862639b" providerId="LiveId" clId="{6E215B28-5145-4087-8863-D167F731E897}" dt="2026-07-01T19:12:16.712" v="3459"/>
          <ac:spMkLst>
            <pc:docMk/>
            <pc:sldMk cId="1813039442" sldId="281"/>
            <ac:spMk id="8" creationId="{F149BFE3-C17E-4B5E-A0BE-34D108184F56}"/>
          </ac:spMkLst>
        </pc:spChg>
        <pc:spChg chg="del">
          <ac:chgData name="Laurent LECOUTRE" userId="e53171f8a862639b" providerId="LiveId" clId="{6E215B28-5145-4087-8863-D167F731E897}" dt="2026-07-01T19:12:16.711" v="3456"/>
          <ac:spMkLst>
            <pc:docMk/>
            <pc:sldMk cId="1813039442" sldId="281"/>
            <ac:spMk id="9" creationId="{04E36419-DEA2-4C6A-BE3E-F7BCFA303FED}"/>
          </ac:spMkLst>
        </pc:spChg>
      </pc:sldChg>
      <pc:sldChg chg="modSp add mod">
        <pc:chgData name="Laurent LECOUTRE" userId="e53171f8a862639b" providerId="LiveId" clId="{6E215B28-5145-4087-8863-D167F731E897}" dt="2026-07-01T19:29:02.263" v="3629" actId="313"/>
        <pc:sldMkLst>
          <pc:docMk/>
          <pc:sldMk cId="2856775835" sldId="282"/>
        </pc:sldMkLst>
        <pc:spChg chg="mod">
          <ac:chgData name="Laurent LECOUTRE" userId="e53171f8a862639b" providerId="LiveId" clId="{6E215B28-5145-4087-8863-D167F731E897}" dt="2026-07-01T19:19:39.235" v="3585"/>
          <ac:spMkLst>
            <pc:docMk/>
            <pc:sldMk cId="2856775835" sldId="282"/>
            <ac:spMk id="4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29:02.263" v="3629" actId="313"/>
          <ac:spMkLst>
            <pc:docMk/>
            <pc:sldMk cId="2856775835" sldId="282"/>
            <ac:spMk id="8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19:25:07.026" v="3598" actId="20577"/>
          <ac:spMkLst>
            <pc:docMk/>
            <pc:sldMk cId="2856775835" sldId="282"/>
            <ac:spMk id="9" creationId="{00000000-0000-0000-0000-000000000000}"/>
          </ac:spMkLst>
        </pc:spChg>
      </pc:sldChg>
      <pc:sldChg chg="add">
        <pc:chgData name="Laurent LECOUTRE" userId="e53171f8a862639b" providerId="LiveId" clId="{6E215B28-5145-4087-8863-D167F731E897}" dt="2026-07-01T19:27:25.724" v="3627"/>
        <pc:sldMkLst>
          <pc:docMk/>
          <pc:sldMk cId="541057251" sldId="283"/>
        </pc:sldMkLst>
      </pc:sldChg>
      <pc:sldChg chg="addSp modSp add del mod">
        <pc:chgData name="Laurent LECOUTRE" userId="e53171f8a862639b" providerId="LiveId" clId="{6E215B28-5145-4087-8863-D167F731E897}" dt="2026-07-01T19:57:52.866" v="3850"/>
        <pc:sldMkLst>
          <pc:docMk/>
          <pc:sldMk cId="1165361087" sldId="284"/>
        </pc:sldMkLst>
        <pc:spChg chg="add mod">
          <ac:chgData name="Laurent LECOUTRE" userId="e53171f8a862639b" providerId="LiveId" clId="{6E215B28-5145-4087-8863-D167F731E897}" dt="2026-07-01T19:57:33.101" v="3848"/>
          <ac:spMkLst>
            <pc:docMk/>
            <pc:sldMk cId="1165361087" sldId="284"/>
            <ac:spMk id="22" creationId="{56877352-AE9B-4D6A-AC3C-8E951401579E}"/>
          </ac:spMkLst>
        </pc:spChg>
      </pc:sldChg>
      <pc:sldChg chg="addSp modSp add del mod">
        <pc:chgData name="Laurent LECOUTRE" userId="e53171f8a862639b" providerId="LiveId" clId="{6E215B28-5145-4087-8863-D167F731E897}" dt="2026-07-01T20:09:14.041" v="4154"/>
        <pc:sldMkLst>
          <pc:docMk/>
          <pc:sldMk cId="1861523052" sldId="285"/>
        </pc:sldMkLst>
        <pc:spChg chg="mod">
          <ac:chgData name="Laurent LECOUTRE" userId="e53171f8a862639b" providerId="LiveId" clId="{6E215B28-5145-4087-8863-D167F731E897}" dt="2026-07-01T20:04:58" v="4082" actId="1035"/>
          <ac:spMkLst>
            <pc:docMk/>
            <pc:sldMk cId="1861523052" sldId="285"/>
            <ac:spMk id="21" creationId="{00000000-0000-0000-0000-000000000000}"/>
          </ac:spMkLst>
        </pc:spChg>
        <pc:spChg chg="mod">
          <ac:chgData name="Laurent LECOUTRE" userId="e53171f8a862639b" providerId="LiveId" clId="{6E215B28-5145-4087-8863-D167F731E897}" dt="2026-07-01T20:02:28.877" v="4048" actId="113"/>
          <ac:spMkLst>
            <pc:docMk/>
            <pc:sldMk cId="1861523052" sldId="285"/>
            <ac:spMk id="22" creationId="{56877352-AE9B-4D6A-AC3C-8E951401579E}"/>
          </ac:spMkLst>
        </pc:spChg>
        <pc:spChg chg="mod">
          <ac:chgData name="Laurent LECOUTRE" userId="e53171f8a862639b" providerId="LiveId" clId="{6E215B28-5145-4087-8863-D167F731E897}" dt="2026-07-01T20:04:58" v="4082" actId="1035"/>
          <ac:spMkLst>
            <pc:docMk/>
            <pc:sldMk cId="1861523052" sldId="285"/>
            <ac:spMk id="24" creationId="{E9E4653D-6C03-49F2-0D0A-DE71D13E391F}"/>
          </ac:spMkLst>
        </pc:spChg>
        <pc:spChg chg="add mod">
          <ac:chgData name="Laurent LECOUTRE" userId="e53171f8a862639b" providerId="LiveId" clId="{6E215B28-5145-4087-8863-D167F731E897}" dt="2026-07-01T20:05:39.137" v="4152" actId="20577"/>
          <ac:spMkLst>
            <pc:docMk/>
            <pc:sldMk cId="1861523052" sldId="285"/>
            <ac:spMk id="25" creationId="{079097B4-6333-040A-1857-7EBBA3AF39B7}"/>
          </ac:spMkLst>
        </pc:spChg>
        <pc:spChg chg="mod">
          <ac:chgData name="Laurent LECOUTRE" userId="e53171f8a862639b" providerId="LiveId" clId="{6E215B28-5145-4087-8863-D167F731E897}" dt="2026-07-01T20:04:58" v="4082" actId="1035"/>
          <ac:spMkLst>
            <pc:docMk/>
            <pc:sldMk cId="1861523052" sldId="285"/>
            <ac:spMk id="26" creationId="{1FE539C0-6858-F21D-73F6-8DD960C6B8C7}"/>
          </ac:spMkLst>
        </pc:spChg>
      </pc:sldChg>
      <pc:sldChg chg="modSp add mod">
        <pc:chgData name="Laurent LECOUTRE" userId="e53171f8a862639b" providerId="LiveId" clId="{6E215B28-5145-4087-8863-D167F731E897}" dt="2026-07-01T20:19:17.600" v="4308" actId="20577"/>
        <pc:sldMkLst>
          <pc:docMk/>
          <pc:sldMk cId="4284348125" sldId="286"/>
        </pc:sldMkLst>
        <pc:spChg chg="mod">
          <ac:chgData name="Laurent LECOUTRE" userId="e53171f8a862639b" providerId="LiveId" clId="{6E215B28-5145-4087-8863-D167F731E897}" dt="2026-07-01T20:19:17.600" v="4308" actId="20577"/>
          <ac:spMkLst>
            <pc:docMk/>
            <pc:sldMk cId="4284348125" sldId="286"/>
            <ac:spMk id="29" creationId="{CA986ED2-FED7-424F-9B75-9352B4B079B5}"/>
          </ac:spMkLst>
        </pc:spChg>
      </pc:sldChg>
      <pc:sldChg chg="addSp modSp new del mod setBg">
        <pc:chgData name="Laurent LECOUTRE" userId="e53171f8a862639b" providerId="LiveId" clId="{6E215B28-5145-4087-8863-D167F731E897}" dt="2026-07-01T20:12:46.125" v="4272"/>
        <pc:sldMkLst>
          <pc:docMk/>
          <pc:sldMk cId="1735310447" sldId="287"/>
        </pc:sldMkLst>
        <pc:spChg chg="add mod">
          <ac:chgData name="Laurent LECOUTRE" userId="e53171f8a862639b" providerId="LiveId" clId="{6E215B28-5145-4087-8863-D167F731E897}" dt="2026-07-01T20:12:24.967" v="4162"/>
          <ac:spMkLst>
            <pc:docMk/>
            <pc:sldMk cId="1735310447" sldId="287"/>
            <ac:spMk id="2" creationId="{B1C3DFB4-CDD1-4C23-A6FE-7FF3F742F949}"/>
          </ac:spMkLst>
        </pc:spChg>
        <pc:spChg chg="add mod">
          <ac:chgData name="Laurent LECOUTRE" userId="e53171f8a862639b" providerId="LiveId" clId="{6E215B28-5145-4087-8863-D167F731E897}" dt="2026-07-01T20:12:24.971" v="4173"/>
          <ac:spMkLst>
            <pc:docMk/>
            <pc:sldMk cId="1735310447" sldId="287"/>
            <ac:spMk id="3" creationId="{47A460B6-7BB9-484C-9045-7B2FF9A39221}"/>
          </ac:spMkLst>
        </pc:spChg>
        <pc:spChg chg="add mod">
          <ac:chgData name="Laurent LECOUTRE" userId="e53171f8a862639b" providerId="LiveId" clId="{6E215B28-5145-4087-8863-D167F731E897}" dt="2026-07-01T20:12:24.974" v="4180"/>
          <ac:spMkLst>
            <pc:docMk/>
            <pc:sldMk cId="1735310447" sldId="287"/>
            <ac:spMk id="4" creationId="{E57DAC8A-59BB-4A7C-BBA2-9AE463058AD8}"/>
          </ac:spMkLst>
        </pc:spChg>
        <pc:spChg chg="add mod">
          <ac:chgData name="Laurent LECOUTRE" userId="e53171f8a862639b" providerId="LiveId" clId="{6E215B28-5145-4087-8863-D167F731E897}" dt="2026-07-01T20:12:24.977" v="4191"/>
          <ac:spMkLst>
            <pc:docMk/>
            <pc:sldMk cId="1735310447" sldId="287"/>
            <ac:spMk id="5" creationId="{7C469B6C-AA5D-41C7-BB84-C4EB33B591C9}"/>
          </ac:spMkLst>
        </pc:spChg>
        <pc:spChg chg="add mod">
          <ac:chgData name="Laurent LECOUTRE" userId="e53171f8a862639b" providerId="LiveId" clId="{6E215B28-5145-4087-8863-D167F731E897}" dt="2026-07-01T20:12:24.979" v="4198"/>
          <ac:spMkLst>
            <pc:docMk/>
            <pc:sldMk cId="1735310447" sldId="287"/>
            <ac:spMk id="6" creationId="{0864B61B-2B0D-4689-86CB-827153D9A437}"/>
          </ac:spMkLst>
        </pc:spChg>
        <pc:spChg chg="add mod">
          <ac:chgData name="Laurent LECOUTRE" userId="e53171f8a862639b" providerId="LiveId" clId="{6E215B28-5145-4087-8863-D167F731E897}" dt="2026-07-01T20:12:24.982" v="4209"/>
          <ac:spMkLst>
            <pc:docMk/>
            <pc:sldMk cId="1735310447" sldId="287"/>
            <ac:spMk id="7" creationId="{FA889376-14BA-4EE7-8161-3A3ACAA2EF7A}"/>
          </ac:spMkLst>
        </pc:spChg>
        <pc:spChg chg="add mod">
          <ac:chgData name="Laurent LECOUTRE" userId="e53171f8a862639b" providerId="LiveId" clId="{6E215B28-5145-4087-8863-D167F731E897}" dt="2026-07-01T20:12:24.984" v="4216"/>
          <ac:spMkLst>
            <pc:docMk/>
            <pc:sldMk cId="1735310447" sldId="287"/>
            <ac:spMk id="8" creationId="{B966E66E-03F2-455B-9A4F-6A94FA068391}"/>
          </ac:spMkLst>
        </pc:spChg>
        <pc:spChg chg="add mod">
          <ac:chgData name="Laurent LECOUTRE" userId="e53171f8a862639b" providerId="LiveId" clId="{6E215B28-5145-4087-8863-D167F731E897}" dt="2026-07-01T20:12:24.988" v="4227"/>
          <ac:spMkLst>
            <pc:docMk/>
            <pc:sldMk cId="1735310447" sldId="287"/>
            <ac:spMk id="9" creationId="{F5CA18B6-E7C1-46B2-ADEC-60DB9F929030}"/>
          </ac:spMkLst>
        </pc:spChg>
        <pc:spChg chg="add mod">
          <ac:chgData name="Laurent LECOUTRE" userId="e53171f8a862639b" providerId="LiveId" clId="{6E215B28-5145-4087-8863-D167F731E897}" dt="2026-07-01T20:12:24.990" v="4234"/>
          <ac:spMkLst>
            <pc:docMk/>
            <pc:sldMk cId="1735310447" sldId="287"/>
            <ac:spMk id="10" creationId="{B0453B07-3EB3-4587-A49D-7FEC0AED8585}"/>
          </ac:spMkLst>
        </pc:spChg>
        <pc:spChg chg="add mod">
          <ac:chgData name="Laurent LECOUTRE" userId="e53171f8a862639b" providerId="LiveId" clId="{6E215B28-5145-4087-8863-D167F731E897}" dt="2026-07-01T20:12:24.993" v="4245"/>
          <ac:spMkLst>
            <pc:docMk/>
            <pc:sldMk cId="1735310447" sldId="287"/>
            <ac:spMk id="11" creationId="{0F1569B3-91B2-4F6E-8DF3-5321BAEC2D99}"/>
          </ac:spMkLst>
        </pc:spChg>
        <pc:spChg chg="add mod">
          <ac:chgData name="Laurent LECOUTRE" userId="e53171f8a862639b" providerId="LiveId" clId="{6E215B28-5145-4087-8863-D167F731E897}" dt="2026-07-01T20:12:24.995" v="4252"/>
          <ac:spMkLst>
            <pc:docMk/>
            <pc:sldMk cId="1735310447" sldId="287"/>
            <ac:spMk id="12" creationId="{C96088A2-2F0C-47A6-9475-5DE4B1762AD1}"/>
          </ac:spMkLst>
        </pc:spChg>
        <pc:spChg chg="add mod">
          <ac:chgData name="Laurent LECOUTRE" userId="e53171f8a862639b" providerId="LiveId" clId="{6E215B28-5145-4087-8863-D167F731E897}" dt="2026-07-01T20:12:25" v="4263"/>
          <ac:spMkLst>
            <pc:docMk/>
            <pc:sldMk cId="1735310447" sldId="287"/>
            <ac:spMk id="13" creationId="{58CD6596-10EC-4EF4-BB54-21E139C30EBD}"/>
          </ac:spMkLst>
        </pc:spChg>
        <pc:spChg chg="add mod">
          <ac:chgData name="Laurent LECOUTRE" userId="e53171f8a862639b" providerId="LiveId" clId="{6E215B28-5145-4087-8863-D167F731E897}" dt="2026-07-01T20:12:25.002" v="4270"/>
          <ac:spMkLst>
            <pc:docMk/>
            <pc:sldMk cId="1735310447" sldId="287"/>
            <ac:spMk id="14" creationId="{75C37587-8BF4-4A3A-B844-E72ABC11B2A0}"/>
          </ac:spMkLst>
        </pc:spChg>
      </pc:sldChg>
      <pc:sldChg chg="add ord">
        <pc:chgData name="Laurent LECOUTRE" userId="e53171f8a862639b" providerId="LiveId" clId="{6E215B28-5145-4087-8863-D167F731E897}" dt="2026-07-01T20:13:04.941" v="4273"/>
        <pc:sldMkLst>
          <pc:docMk/>
          <pc:sldMk cId="3018565166" sldId="288"/>
        </pc:sldMkLst>
      </pc:sldChg>
      <pc:sldChg chg="addSp modSp new del mod ord setBg">
        <pc:chgData name="Laurent LECOUTRE" userId="e53171f8a862639b" providerId="LiveId" clId="{6E215B28-5145-4087-8863-D167F731E897}" dt="2026-07-01T21:24:37.971" v="4701"/>
        <pc:sldMkLst>
          <pc:docMk/>
          <pc:sldMk cId="1347042938" sldId="289"/>
        </pc:sldMkLst>
        <pc:spChg chg="add mod">
          <ac:chgData name="Laurent LECOUTRE" userId="e53171f8a862639b" providerId="LiveId" clId="{6E215B28-5145-4087-8863-D167F731E897}" dt="2026-07-01T21:14:53.571" v="4430"/>
          <ac:spMkLst>
            <pc:docMk/>
            <pc:sldMk cId="1347042938" sldId="289"/>
            <ac:spMk id="2" creationId="{C9F67004-9A52-426C-AF90-4EA6D15420C6}"/>
          </ac:spMkLst>
        </pc:spChg>
        <pc:spChg chg="add mod">
          <ac:chgData name="Laurent LECOUTRE" userId="e53171f8a862639b" providerId="LiveId" clId="{6E215B28-5145-4087-8863-D167F731E897}" dt="2026-07-01T21:14:53.575" v="4436"/>
          <ac:spMkLst>
            <pc:docMk/>
            <pc:sldMk cId="1347042938" sldId="289"/>
            <ac:spMk id="3" creationId="{A25B86E4-4B2F-47C9-9063-58B2CA8BBB9B}"/>
          </ac:spMkLst>
        </pc:spChg>
        <pc:spChg chg="add mod">
          <ac:chgData name="Laurent LECOUTRE" userId="e53171f8a862639b" providerId="LiveId" clId="{6E215B28-5145-4087-8863-D167F731E897}" dt="2026-07-01T21:24:30.559" v="4694"/>
          <ac:spMkLst>
            <pc:docMk/>
            <pc:sldMk cId="1347042938" sldId="289"/>
            <ac:spMk id="6" creationId="{1CCAC0A6-D5B4-4E7C-88A6-0A6F9F327BE5}"/>
          </ac:spMkLst>
        </pc:spChg>
        <pc:spChg chg="add mod">
          <ac:chgData name="Laurent LECOUTRE" userId="e53171f8a862639b" providerId="LiveId" clId="{6E215B28-5145-4087-8863-D167F731E897}" dt="2026-07-01T21:24:30.561" v="4699"/>
          <ac:spMkLst>
            <pc:docMk/>
            <pc:sldMk cId="1347042938" sldId="289"/>
            <ac:spMk id="7" creationId="{622CDC85-544A-4C27-B47A-818B1FF380A5}"/>
          </ac:spMkLst>
        </pc:spChg>
        <pc:graphicFrameChg chg="add modGraphic">
          <ac:chgData name="Laurent LECOUTRE" userId="e53171f8a862639b" providerId="LiveId" clId="{6E215B28-5145-4087-8863-D167F731E897}" dt="2026-07-01T21:21:01.996" v="4691" actId="20577"/>
          <ac:graphicFrameMkLst>
            <pc:docMk/>
            <pc:sldMk cId="1347042938" sldId="289"/>
            <ac:graphicFrameMk id="5" creationId="{247B4177-B2DB-40D5-985B-19DBC7553199}"/>
          </ac:graphicFrameMkLst>
        </pc:graphicFrameChg>
      </pc:sldChg>
      <pc:sldChg chg="add ord">
        <pc:chgData name="Laurent LECOUTRE" userId="e53171f8a862639b" providerId="LiveId" clId="{6E215B28-5145-4087-8863-D167F731E897}" dt="2026-07-01T21:35:08.390" v="4703"/>
        <pc:sldMkLst>
          <pc:docMk/>
          <pc:sldMk cId="999650551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1AC38-33F0-4AB8-929D-949A0F170F2E}" type="datetimeFigureOut">
              <a:t>01/07/2026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07DD7-DB0C-4728-9039-A78B997DDAB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4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A885-F6AE-2761-9B0E-C2F14A45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32CB-9554-00E9-C22C-9EA961BFD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BAB23-7C85-169A-86E9-39332B76A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969B2-1E03-5334-F658-0DDBC35D4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06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C7D5-A7A2-0E92-0AA4-C86CA8B6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80FDB-8BFB-555D-891D-0EC37EE59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ED0BD-D79A-6B52-C30E-9F8373D02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173B1-A1CC-B114-0157-7CC65FC58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28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515600" y="3840480"/>
            <a:ext cx="3657600" cy="3657600"/>
          </a:xfrm>
          <a:prstGeom prst="ellipse">
            <a:avLst/>
          </a:prstGeom>
          <a:solidFill>
            <a:srgbClr val="44507A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689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669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 CLOUD PUBLIC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Opérationnel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Landing Zone Internationale (LZI)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2011680" cy="3657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équipes — Responsabilités — Processus — Gouvernance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discussion — Cluster / Entité</a:t>
            </a:r>
            <a:endParaRPr lang="en-US" sz="11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EC8AE0-27D9-4213-92F9-ABEB8470F14E}"/>
              </a:ext>
            </a:extLst>
          </p:cNvPr>
          <p:cNvSpPr txBox="1"/>
          <p:nvPr/>
        </p:nvSpPr>
        <p:spPr>
          <a:xfrm>
            <a:off x="7835900" y="62611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8A93C0"/>
                </a:solidFill>
                <a:latin typeface="Calibri"/>
                <a:ea typeface="Calibri"/>
                <a:cs typeface="Calibri"/>
              </a:rPr>
              <a:t>Version 1.0 — Juillet 2026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8375CC-3B6C-4777-9C92-E2D7A87211C9}"/>
              </a:ext>
            </a:extLst>
          </p:cNvPr>
          <p:cNvSpPr txBox="1"/>
          <p:nvPr/>
        </p:nvSpPr>
        <p:spPr>
          <a:xfrm>
            <a:off x="546100" y="5143500"/>
            <a:ext cx="7620000" cy="73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fr-FR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Rédacteurs : </a:t>
            </a:r>
            <a:r>
              <a:rPr lang="fr-FR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TIBI, Saïd AFKIR &amp; Laurent LECOUTRE</a:t>
            </a:r>
          </a:p>
          <a:p>
            <a:pPr marL="0" indent="0">
              <a:buNone/>
            </a:pPr>
            <a:r>
              <a:rPr lang="fr-FR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: </a:t>
            </a:r>
            <a:r>
              <a:rPr lang="fr-FR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 LECOUTRE</a:t>
            </a:r>
          </a:p>
        </p:txBody>
      </p:sp>
    </p:spTree>
    <p:extLst>
      <p:ext uri="{BB962C8B-B14F-4D97-AF65-F5344CB8AC3E}">
        <p14:creationId xmlns:p14="http://schemas.microsoft.com/office/powerpoint/2010/main" val="54105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document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fr-FR" sz="15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présente la proposition de CAGIP pour l'administration de la Landing Zone Internationale (LZI).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fr-FR" sz="15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définit le modèle opérationnel : fonctionnement des équipes d'exploitation, responsabilités de chacun et processus associés.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fr-FR" sz="15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pose la gouvernance garantissant une plateforme Cloud fiable, sécurisée et industrialisée.</a:t>
            </a:r>
          </a:p>
        </p:txBody>
      </p:sp>
      <p:sp>
        <p:nvSpPr>
          <p:cNvPr id="5" name="Shape 3"/>
          <p:cNvSpPr/>
          <p:nvPr/>
        </p:nvSpPr>
        <p:spPr>
          <a:xfrm>
            <a:off x="7772400" y="137160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1838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1691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première proposition évolutive</a:t>
            </a:r>
          </a:p>
        </p:txBody>
      </p:sp>
      <p:sp>
        <p:nvSpPr>
          <p:cNvPr id="9" name="Text 6"/>
          <p:cNvSpPr/>
          <p:nvPr/>
        </p:nvSpPr>
        <p:spPr>
          <a:xfrm>
            <a:off x="8183880" y="25603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d’</a:t>
            </a:r>
            <a:r>
              <a:rPr lang="fr-FR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échnage</a:t>
            </a:r>
            <a:r>
              <a:rPr lang="fr-F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valider l'organisation cible et les modalités de collaboration — appelée à évoluer dans une démarche d'amélioration continue.</a:t>
            </a:r>
          </a:p>
        </p:txBody>
      </p:sp>
    </p:spTree>
    <p:extLst>
      <p:ext uri="{BB962C8B-B14F-4D97-AF65-F5344CB8AC3E}">
        <p14:creationId xmlns:p14="http://schemas.microsoft.com/office/powerpoint/2010/main" val="285677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1C3DFB4-CDD1-4C23-A6FE-7FF3F742F949}"/>
              </a:ext>
            </a:extLst>
          </p:cNvPr>
          <p:cNvSpPr txBox="1"/>
          <p:nvPr/>
        </p:nvSpPr>
        <p:spPr>
          <a:xfrm>
            <a:off x="546100" y="3683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000" b="1">
                <a:solidFill>
                  <a:srgbClr val="1E2761"/>
                </a:solidFill>
                <a:latin typeface="Cambria"/>
                <a:ea typeface="Cambria"/>
              </a:rPr>
              <a:t>Sommaire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7A460B6-7BB9-484C-9045-7B2FF9A39221}"/>
              </a:ext>
            </a:extLst>
          </p:cNvPr>
          <p:cNvSpPr/>
          <p:nvPr/>
        </p:nvSpPr>
        <p:spPr>
          <a:xfrm>
            <a:off x="609600" y="16129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7DAC8A-59BB-4A7C-BBA2-9AE463058AD8}"/>
              </a:ext>
            </a:extLst>
          </p:cNvPr>
          <p:cNvSpPr txBox="1"/>
          <p:nvPr/>
        </p:nvSpPr>
        <p:spPr>
          <a:xfrm>
            <a:off x="1397000" y="15240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Objectif &amp; périmètre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Objectif du document, périmètre et fonctionnement de la LZI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C469B6C-AA5D-41C7-BB84-C4EB33B591C9}"/>
              </a:ext>
            </a:extLst>
          </p:cNvPr>
          <p:cNvSpPr/>
          <p:nvPr/>
        </p:nvSpPr>
        <p:spPr>
          <a:xfrm>
            <a:off x="609600" y="24130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64B61B-2B0D-4689-86CB-827153D9A437}"/>
              </a:ext>
            </a:extLst>
          </p:cNvPr>
          <p:cNvSpPr txBox="1"/>
          <p:nvPr/>
        </p:nvSpPr>
        <p:spPr>
          <a:xfrm>
            <a:off x="1397000" y="23241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Écosystème &amp; modèle d'expertise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Domaines d'expertise et complémentarité CloudOps / AppOps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A889376-14BA-4EE7-8161-3A3ACAA2EF7A}"/>
              </a:ext>
            </a:extLst>
          </p:cNvPr>
          <p:cNvSpPr/>
          <p:nvPr/>
        </p:nvSpPr>
        <p:spPr>
          <a:xfrm>
            <a:off x="609600" y="32131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66E66E-03F2-455B-9A4F-6A94FA068391}"/>
              </a:ext>
            </a:extLst>
          </p:cNvPr>
          <p:cNvSpPr txBox="1"/>
          <p:nvPr/>
        </p:nvSpPr>
        <p:spPr>
          <a:xfrm>
            <a:off x="1397000" y="31242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Organisation &amp; rôles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Organisation des équipes et des parties prenantes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5CA18B6-E7C1-46B2-ADEC-60DB9F929030}"/>
              </a:ext>
            </a:extLst>
          </p:cNvPr>
          <p:cNvSpPr/>
          <p:nvPr/>
        </p:nvSpPr>
        <p:spPr>
          <a:xfrm>
            <a:off x="609600" y="40132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0453B07-3EB3-4587-A49D-7FEC0AED8585}"/>
              </a:ext>
            </a:extLst>
          </p:cNvPr>
          <p:cNvSpPr txBox="1"/>
          <p:nvPr/>
        </p:nvSpPr>
        <p:spPr>
          <a:xfrm>
            <a:off x="1397000" y="39243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Activités &amp; processus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Build &amp; Run, astreinte et processus opérationnels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F1569B3-91B2-4F6E-8DF3-5321BAEC2D99}"/>
              </a:ext>
            </a:extLst>
          </p:cNvPr>
          <p:cNvSpPr/>
          <p:nvPr/>
        </p:nvSpPr>
        <p:spPr>
          <a:xfrm>
            <a:off x="609600" y="48133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6088A2-2F0C-47A6-9475-5DE4B1762AD1}"/>
              </a:ext>
            </a:extLst>
          </p:cNvPr>
          <p:cNvSpPr txBox="1"/>
          <p:nvPr/>
        </p:nvSpPr>
        <p:spPr>
          <a:xfrm>
            <a:off x="1397000" y="47244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Gouvernance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Instances, interactions et pilotage du dispositif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8CD6596-10EC-4EF4-BB54-21E139C30EBD}"/>
              </a:ext>
            </a:extLst>
          </p:cNvPr>
          <p:cNvSpPr/>
          <p:nvPr/>
        </p:nvSpPr>
        <p:spPr>
          <a:xfrm>
            <a:off x="609600" y="5613400"/>
            <a:ext cx="533400" cy="5334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5C37587-8BF4-4A3A-B844-E72ABC11B2A0}"/>
              </a:ext>
            </a:extLst>
          </p:cNvPr>
          <p:cNvSpPr txBox="1"/>
          <p:nvPr/>
        </p:nvSpPr>
        <p:spPr>
          <a:xfrm>
            <a:off x="1397000" y="5524500"/>
            <a:ext cx="10033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1E2761"/>
                </a:solidFill>
                <a:latin typeface="Calibri"/>
              </a:rPr>
              <a:t>Trajectoire &amp; coûts</a:t>
            </a:r>
          </a:p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/>
              </a:rPr>
              <a:t>Mise en place progressive, coûts et points à valider</a:t>
            </a:r>
          </a:p>
        </p:txBody>
      </p:sp>
    </p:spTree>
    <p:extLst>
      <p:ext uri="{BB962C8B-B14F-4D97-AF65-F5344CB8AC3E}">
        <p14:creationId xmlns:p14="http://schemas.microsoft.com/office/powerpoint/2010/main" val="301856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et fonctionnement de la Landing Zone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LZI CAPFM Corp est gérée par le CPE, structurée selon le standard AWS (comptes de fondation, réseau, sécurité, logs, monitoring, catalogue de services) et </a:t>
            </a:r>
            <a:r>
              <a:rPr lang="en-US" sz="1300" dirty="0" err="1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</a:t>
            </a: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avec les pratiques </a:t>
            </a:r>
            <a:r>
              <a:rPr lang="en-US" sz="1300" dirty="0" err="1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industrielles</a:t>
            </a: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CAGIP.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met en œuvre les solutions </a:t>
            </a:r>
            <a:r>
              <a:rPr lang="en-US" sz="1150" dirty="0" err="1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collaboration avec les architectes de </a:t>
            </a:r>
            <a:r>
              <a:rPr lang="en-US" sz="1150" dirty="0" err="1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l'entité</a:t>
            </a: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5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de CREDIBOM.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47472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1772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— BUILD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prioritaire de l'IaC et industrialisation des solutions, suite à la standardisation des architectes.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7472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4124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— RUN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CloudOps assurent le RUN de la plateforme : qui réalise le BUILD prend en charge le RUN.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77240" y="460857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" y="4719218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434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: les solutions mises en place dans la LZI peuvent être hybrides (cloud public + cloud privé / legacy).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C9B6-A438-3D45-F6FD-BB41A358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0EDF62-C8E0-9141-08CA-684DD525F2C5}"/>
              </a:ext>
            </a:extLst>
          </p:cNvPr>
          <p:cNvSpPr/>
          <p:nvPr/>
        </p:nvSpPr>
        <p:spPr>
          <a:xfrm>
            <a:off x="548640" y="365760"/>
            <a:ext cx="10972800" cy="78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fr-FR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Écosystème SFS : les Domaines d’Expertise en appui du dispositif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4CBA3B-985A-3A86-0581-44084F915E0D}"/>
              </a:ext>
            </a:extLst>
          </p:cNvPr>
          <p:cNvSpPr/>
          <p:nvPr/>
        </p:nvSpPr>
        <p:spPr>
          <a:xfrm>
            <a:off x="656886" y="137310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 regroupent les compétences nécessaires au build et au RUN du domaine technologique, en alignement avec la gouvernance produit CAGIP.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82A137-4C42-3042-1462-1DA81597717D}"/>
              </a:ext>
            </a:extLst>
          </p:cNvPr>
          <p:cNvSpPr/>
          <p:nvPr/>
        </p:nvSpPr>
        <p:spPr>
          <a:xfrm>
            <a:off x="546100" y="2501900"/>
            <a:ext cx="3479800" cy="340360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2E2EF-0E0D-047F-D7DD-AF9CAD41C5BA}"/>
              </a:ext>
            </a:extLst>
          </p:cNvPr>
          <p:cNvSpPr/>
          <p:nvPr/>
        </p:nvSpPr>
        <p:spPr>
          <a:xfrm>
            <a:off x="725466" y="2682124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DD47D5A-E9C6-F467-93C1-000F73C63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67" y="2802825"/>
            <a:ext cx="307238" cy="30723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B26B05C-A1A0-2F7C-5227-CF847A41676C}"/>
              </a:ext>
            </a:extLst>
          </p:cNvPr>
          <p:cNvSpPr/>
          <p:nvPr/>
        </p:nvSpPr>
        <p:spPr>
          <a:xfrm>
            <a:off x="1411265" y="2590684"/>
            <a:ext cx="246223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Public </a:t>
            </a:r>
            <a:b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: Laurent LECOUTRE</a:t>
            </a:r>
            <a:b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Saïd AFKIR</a:t>
            </a:r>
            <a:endParaRPr lang="en-US" sz="135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C6C7CF7-8306-BB16-F3EC-6CA3627CF613}"/>
              </a:ext>
            </a:extLst>
          </p:cNvPr>
          <p:cNvSpPr/>
          <p:nvPr/>
        </p:nvSpPr>
        <p:spPr>
          <a:xfrm>
            <a:off x="4343400" y="2501900"/>
            <a:ext cx="3479800" cy="340360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02F3580C-8BB4-509E-54C9-17DCF46B2A6A}"/>
              </a:ext>
            </a:extLst>
          </p:cNvPr>
          <p:cNvSpPr/>
          <p:nvPr/>
        </p:nvSpPr>
        <p:spPr>
          <a:xfrm>
            <a:off x="4524680" y="2681373"/>
            <a:ext cx="548640" cy="559219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C4058311-A645-CCE0-ACC5-70DCE099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381" y="2802074"/>
            <a:ext cx="307238" cy="313163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09806868-7FEB-8FE0-16CC-7DD2806E62FF}"/>
              </a:ext>
            </a:extLst>
          </p:cNvPr>
          <p:cNvSpPr/>
          <p:nvPr/>
        </p:nvSpPr>
        <p:spPr>
          <a:xfrm>
            <a:off x="5210480" y="2589934"/>
            <a:ext cx="2612720" cy="74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</a:t>
            </a:r>
            <a:endParaRPr lang="en-US" sz="1350" dirty="0"/>
          </a:p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DEVX (Laurent LECOUTRE)</a:t>
            </a:r>
            <a:b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: Laurent LECOUTRE</a:t>
            </a:r>
            <a:b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Maximilien NOUROLAHI-EXT</a:t>
            </a:r>
            <a:endParaRPr lang="en-US" sz="135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B5666039-8DE3-870B-B086-29B8965D3535}"/>
              </a:ext>
            </a:extLst>
          </p:cNvPr>
          <p:cNvSpPr/>
          <p:nvPr/>
        </p:nvSpPr>
        <p:spPr>
          <a:xfrm>
            <a:off x="8140700" y="2501900"/>
            <a:ext cx="3479800" cy="340360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449E4221-8DE5-D4FB-795B-2CC61B008C03}"/>
              </a:ext>
            </a:extLst>
          </p:cNvPr>
          <p:cNvSpPr/>
          <p:nvPr/>
        </p:nvSpPr>
        <p:spPr>
          <a:xfrm>
            <a:off x="8431200" y="2697077"/>
            <a:ext cx="548640" cy="559219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84F85ADF-0128-9745-4938-065B50DE6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01" y="2804780"/>
            <a:ext cx="307238" cy="313163"/>
          </a:xfrm>
          <a:prstGeom prst="rect">
            <a:avLst/>
          </a:prstGeom>
        </p:spPr>
      </p:pic>
      <p:sp>
        <p:nvSpPr>
          <p:cNvPr id="43" name="Text 4">
            <a:extLst>
              <a:ext uri="{FF2B5EF4-FFF2-40B4-BE49-F238E27FC236}">
                <a16:creationId xmlns:a16="http://schemas.microsoft.com/office/drawing/2014/main" id="{C8CFE9DA-25B2-910B-7DA8-CBB2AEFAE099}"/>
              </a:ext>
            </a:extLst>
          </p:cNvPr>
          <p:cNvSpPr/>
          <p:nvPr/>
        </p:nvSpPr>
        <p:spPr>
          <a:xfrm>
            <a:off x="9176639" y="2500949"/>
            <a:ext cx="2320791" cy="74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</a:t>
            </a:r>
            <a:endParaRPr lang="en-US" sz="1350" dirty="0"/>
          </a:p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DATA/IA : (Thomas GILLET)</a:t>
            </a:r>
            <a:b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: Sébastien MONTAUFIER</a:t>
            </a:r>
            <a:endParaRPr lang="en-US" sz="135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5E57870-76A2-43D5-979D-5BA5314E9A13}"/>
              </a:ext>
            </a:extLst>
          </p:cNvPr>
          <p:cNvSpPr txBox="1"/>
          <p:nvPr/>
        </p:nvSpPr>
        <p:spPr>
          <a:xfrm>
            <a:off x="749300" y="3619500"/>
            <a:ext cx="3098800" cy="251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fr-FR" sz="1400" b="1" dirty="0">
                <a:solidFill>
                  <a:schemeClr val="bg1"/>
                </a:solidFill>
                <a:latin typeface="Calibri"/>
              </a:rPr>
              <a:t>SQUAD LZI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Lead : Souha TIBI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2 à 4 Cloud Ops (renforcement progressif)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fr-FR" sz="1400" b="1" dirty="0">
                <a:solidFill>
                  <a:schemeClr val="bg1"/>
                </a:solidFill>
                <a:latin typeface="Calibri"/>
              </a:rPr>
              <a:t>Missions :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Build/RUN cloud public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Accompagnement expertise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E86D77AC-E7F7-43EF-9699-7AE7E58FBFA2}"/>
              </a:ext>
            </a:extLst>
          </p:cNvPr>
          <p:cNvSpPr txBox="1"/>
          <p:nvPr/>
        </p:nvSpPr>
        <p:spPr>
          <a:xfrm>
            <a:off x="4546600" y="3619500"/>
            <a:ext cx="3098800" cy="251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LeadDev : Youssef MESSAOUDI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3 Développeurs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fr-FR" sz="1400" b="1" dirty="0">
                <a:solidFill>
                  <a:schemeClr val="bg1"/>
                </a:solidFill>
                <a:latin typeface="Calibri"/>
              </a:rPr>
              <a:t>Missions :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Rosetta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Développement applicatif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Expertise des environnements de développement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  <a:latin typeface="Calibri"/>
              </a:rPr>
              <a:t>Architecture logicielle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E4DBE611-94B7-4620-8F2E-0B7B0BA4610E}"/>
              </a:ext>
            </a:extLst>
          </p:cNvPr>
          <p:cNvSpPr txBox="1"/>
          <p:nvPr/>
        </p:nvSpPr>
        <p:spPr>
          <a:xfrm>
            <a:off x="8367734" y="3110063"/>
            <a:ext cx="3098800" cy="251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fr-FR" sz="1400" b="1" i="1" dirty="0">
                <a:solidFill>
                  <a:srgbClr val="FFC000"/>
                </a:solidFill>
              </a:rPr>
              <a:t>En cours de construction </a:t>
            </a:r>
            <a:br>
              <a:rPr lang="fr-FR" sz="1400" b="1" dirty="0">
                <a:solidFill>
                  <a:schemeClr val="bg1"/>
                </a:solidFill>
              </a:rPr>
            </a:br>
            <a:br>
              <a:rPr lang="fr-FR" sz="1400" b="1" dirty="0">
                <a:solidFill>
                  <a:schemeClr val="bg1"/>
                </a:solidFill>
              </a:rPr>
            </a:br>
            <a:r>
              <a:rPr lang="fr-FR" sz="1400" b="1" dirty="0">
                <a:solidFill>
                  <a:schemeClr val="bg1"/>
                </a:solidFill>
              </a:rPr>
              <a:t>Missions :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RUN/BUILD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Expertise DATA fonctionnelle &amp; technique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945DE7-1677-4B9A-A196-7114D01FD260}"/>
              </a:ext>
            </a:extLst>
          </p:cNvPr>
          <p:cNvSpPr txBox="1"/>
          <p:nvPr/>
        </p:nvSpPr>
        <p:spPr>
          <a:xfrm>
            <a:off x="546100" y="6045200"/>
            <a:ext cx="11074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250" i="1" dirty="0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Montée en puissance progressive : les domaines d’expertise du Cloud Privé (</a:t>
            </a:r>
            <a:r>
              <a:rPr lang="fr-FR" sz="1250" i="1" dirty="0" err="1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SoCloud</a:t>
            </a:r>
            <a:r>
              <a:rPr lang="fr-FR" sz="1250" i="1" dirty="0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 et PAA/CAAS), Observabilité seront intégrés par paliers.</a:t>
            </a:r>
          </a:p>
        </p:txBody>
      </p:sp>
    </p:spTree>
    <p:extLst>
      <p:ext uri="{BB962C8B-B14F-4D97-AF65-F5344CB8AC3E}">
        <p14:creationId xmlns:p14="http://schemas.microsoft.com/office/powerpoint/2010/main" val="203365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Complémentarité CloudOps / AppOps sur les applications hybrides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749040" cy="2468880"/>
          </a:xfrm>
          <a:prstGeom prst="roundRect">
            <a:avLst>
              <a:gd name="adj" fmla="val 259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(Domaine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d’expertise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 </a:t>
            </a:r>
            <a:r>
              <a:rPr lang="en-US" sz="12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capacitaire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périmètre Cloud Public.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1463040"/>
            <a:ext cx="3749040" cy="2468880"/>
          </a:xfrm>
          <a:prstGeom prst="roundRect">
            <a:avLst>
              <a:gd name="adj" fmla="val 2593"/>
            </a:avLst>
          </a:prstGeom>
          <a:solidFill>
            <a:srgbClr val="4450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813816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381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AppOps (modèle d'infogérance applicative)</a:t>
            </a:r>
          </a:p>
        </p:txBody>
      </p:sp>
      <p:sp>
        <p:nvSpPr>
          <p:cNvPr id="12" name="Text 8"/>
          <p:cNvSpPr/>
          <p:nvPr/>
        </p:nvSpPr>
        <p:spPr>
          <a:xfrm>
            <a:off x="813816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sur le périmètre Cloud Privé / historique.</a:t>
            </a:r>
          </a:p>
        </p:txBody>
      </p:sp>
      <p:sp>
        <p:nvSpPr>
          <p:cNvPr id="13" name="Shape 9"/>
          <p:cNvSpPr/>
          <p:nvPr/>
        </p:nvSpPr>
        <p:spPr>
          <a:xfrm>
            <a:off x="5623560" y="22402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788152" y="2404872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900" y="2533620"/>
            <a:ext cx="327721" cy="3277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équivalentes, positionnées sur des périmètres différents : chaque équipe intervient sur son périmètre de responsabilité technique, en complémentarité, sur une même application hybride.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160097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21636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Shape 14"/>
          <p:cNvSpPr/>
          <p:nvPr/>
        </p:nvSpPr>
        <p:spPr>
          <a:xfrm>
            <a:off x="868680" y="544068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55915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5715691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Astreinte managériale — point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d'entrée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incidents HNO</a:t>
            </a:r>
            <a:endParaRPr lang="en-US" sz="15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E9E4653D-6C03-49F2-0D0A-DE71D13E391F}"/>
              </a:ext>
            </a:extLst>
          </p:cNvPr>
          <p:cNvSpPr/>
          <p:nvPr/>
        </p:nvSpPr>
        <p:spPr>
          <a:xfrm>
            <a:off x="1783080" y="5124463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Squad (Souha TIBI) —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opérationnels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d’expertise</a:t>
            </a:r>
            <a:endParaRPr lang="en-US" sz="15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FE539C0-6858-F21D-73F6-8DD960C6B8C7}"/>
              </a:ext>
            </a:extLst>
          </p:cNvPr>
          <p:cNvSpPr/>
          <p:nvPr/>
        </p:nvSpPr>
        <p:spPr>
          <a:xfrm>
            <a:off x="1783080" y="5434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(Laurent LECOUTRE) — gestion des engagements &amp; escalades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A986ED2-FED7-424F-9B75-9352B4B079B5}"/>
              </a:ext>
            </a:extLst>
          </p:cNvPr>
          <p:cNvSpPr txBox="1"/>
          <p:nvPr/>
        </p:nvSpPr>
        <p:spPr>
          <a:xfrm>
            <a:off x="546100" y="1041400"/>
            <a:ext cx="11150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fr-FR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en transformation progressive sur 2026 pour aligner enjeux clients, besoins d'expertise et la gouvernance produit.</a:t>
            </a:r>
          </a:p>
          <a:p>
            <a:pPr marL="0" indent="0">
              <a:buNone/>
            </a:pPr>
            <a:r>
              <a:rPr lang="fr-FR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cohabitent : </a:t>
            </a:r>
            <a:r>
              <a:rPr lang="fr-FR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d'expertise &amp; infogérance traditionnelle.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6877352-AE9B-4D6A-AC3C-8E951401579E}"/>
              </a:ext>
            </a:extLst>
          </p:cNvPr>
          <p:cNvSpPr/>
          <p:nvPr/>
        </p:nvSpPr>
        <p:spPr>
          <a:xfrm>
            <a:off x="546100" y="4000500"/>
            <a:ext cx="4660900" cy="508000"/>
          </a:xfrm>
          <a:prstGeom prst="roundRect">
            <a:avLst/>
          </a:prstGeom>
          <a:solidFill>
            <a:srgbClr val="FBEFD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marL="0" indent="0" algn="l">
              <a:buNone/>
            </a:pPr>
            <a:r>
              <a:rPr lang="fr-FR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L’organisation autour du </a:t>
            </a:r>
            <a:r>
              <a:rPr lang="fr-F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d’expertise </a:t>
            </a:r>
            <a:r>
              <a:rPr lang="fr-FR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fr-F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capacitaire </a:t>
            </a:r>
            <a:r>
              <a:rPr lang="fr-FR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une première étape d’</a:t>
            </a:r>
            <a:r>
              <a:rPr lang="fr-F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financière </a:t>
            </a:r>
            <a:r>
              <a:rPr lang="fr-FR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 </a:t>
            </a:r>
            <a:r>
              <a:rPr lang="fr-F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</a:t>
            </a: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79097B4-6333-040A-1857-7EBBA3AF39B7}"/>
              </a:ext>
            </a:extLst>
          </p:cNvPr>
          <p:cNvSpPr/>
          <p:nvPr/>
        </p:nvSpPr>
        <p:spPr>
          <a:xfrm>
            <a:off x="1783080" y="59837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Accostage au dispositif de gouvernance existant.</a:t>
            </a:r>
          </a:p>
        </p:txBody>
      </p:sp>
    </p:spTree>
    <p:extLst>
      <p:ext uri="{BB962C8B-B14F-4D97-AF65-F5344CB8AC3E}">
        <p14:creationId xmlns:p14="http://schemas.microsoft.com/office/powerpoint/2010/main" val="428434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CloudOps — Activités BUILD &amp;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129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17" y="1607149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technique des composants de la Landing Zone et des projets métiers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des services AWS (réseau, sécurité, IAM, comptes…)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et maintenance des modules IaC (Terraform)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nouveaux besoins exprimés par les projets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à la documentation technique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aux choix techniques avec les architectes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371600"/>
            <a:ext cx="5394960" cy="4937760"/>
          </a:xfrm>
          <a:prstGeom prst="roundRect">
            <a:avLst>
              <a:gd name="adj" fmla="val 129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00800" y="137160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4450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629400" y="14904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077" y="1607149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71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20840" y="23317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des comptes / périmètres applicatifs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incidents (analyse, résolution, communication)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changements (planification, mise en œuvre, suivi)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quotidienne des services AWS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alertes de sécurité et remédiation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coûts et gestion des capacités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 et sécurité continue</a:t>
            </a:r>
            <a:endParaRPr lang="en-US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D0B9F34-CCE4-458E-8814-08ECBF5D5AC3}"/>
              </a:ext>
            </a:extLst>
          </p:cNvPr>
          <p:cNvSpPr txBox="1"/>
          <p:nvPr/>
        </p:nvSpPr>
        <p:spPr>
          <a:xfrm>
            <a:off x="546100" y="10414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50" i="1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Activités estimatives à date — liste susceptible d'évoluer.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Astreinte CloudOps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continuité des services et applications en dehors des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ouvrées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industrielle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754880"/>
          </a:xfrm>
          <a:prstGeom prst="roundRect">
            <a:avLst>
              <a:gd name="adj" fmla="val 1346"/>
            </a:avLst>
          </a:prstGeom>
          <a:solidFill>
            <a:srgbClr val="1B21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d'astreinte au sein des équipes CloudOps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définie avec le client (soir, nuit, week-end, jours fériés)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sur incidents critiques, en synchronisation avec le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Credibom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supervision et d'alerte pour déclencher les interventions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interventions, intégrée à la gestion des incidents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vers les architectes ou le CPE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necessaire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Astreinte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fondations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LZI =&gt;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Credibom</a:t>
            </a:r>
            <a:endParaRPr lang="en-US" sz="1300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Chaque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projet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doit se conformer à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l’organisation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l’astreinte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1691640"/>
            <a:ext cx="4206240" cy="4754880"/>
          </a:xfrm>
          <a:prstGeom prst="roundRect">
            <a:avLst>
              <a:gd name="adj" fmla="val 1522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680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602" y="20308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2104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définir avec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CAPFM Corp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80960" y="26060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des services couverts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criticité déclenchant une intervention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d'intervention attendus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la rotation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les SLA / SLO </a:t>
            </a:r>
            <a:r>
              <a:rPr lang="en-US" sz="1250" dirty="0" err="1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alignés</a:t>
            </a: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standards CAGIP (date de </a:t>
            </a:r>
            <a:r>
              <a:rPr lang="en-US" sz="1250" dirty="0" err="1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250" dirty="0" err="1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préciser</a:t>
            </a: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3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9F67004-9A52-426C-AF90-4EA6D15420C6}"/>
              </a:ext>
            </a:extLst>
          </p:cNvPr>
          <p:cNvSpPr txBox="1"/>
          <p:nvPr/>
        </p:nvSpPr>
        <p:spPr>
          <a:xfrm>
            <a:off x="546100" y="3683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3000" b="1">
                <a:solidFill>
                  <a:srgbClr val="FFFFFF"/>
                </a:solidFill>
                <a:latin typeface="Cambria"/>
                <a:ea typeface="Cambria"/>
              </a:rPr>
              <a:t>Gouvernance des processus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5B86E4-4B2F-47C9-9063-58B2CA8BBB9B}"/>
              </a:ext>
            </a:extLst>
          </p:cNvPr>
          <p:cNvSpPr txBox="1"/>
          <p:nvPr/>
        </p:nvSpPr>
        <p:spPr>
          <a:xfrm>
            <a:off x="546100" y="1041400"/>
            <a:ext cx="10972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Outils et instances de suivi associés à chaque processus opérationnel.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47B4177-B2DB-40D5-985B-19DBC7553199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1651000"/>
          <a:ext cx="11099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853324074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897674765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70678724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500" b="1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Processus</a:t>
                      </a:r>
                    </a:p>
                  </a:txBody>
                  <a:tcPr anchor="ctr"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1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Outils</a:t>
                      </a:r>
                    </a:p>
                  </a:txBody>
                  <a:tcPr anchor="ctr"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1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Instance de suivi</a:t>
                      </a:r>
                    </a:p>
                  </a:txBody>
                  <a:tcPr anchor="ctr">
                    <a:solidFill>
                      <a:srgbClr val="F2A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90894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 gestion des incidents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ServiceNow</a:t>
                      </a:r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(ITSM), outils de supervision et d'alerte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Revue opérationnelle hebdomadaire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4825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 gestion des changements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ServiceNow</a:t>
                      </a:r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(module Change)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CAB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7067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 gestion de projet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Jira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COPIL projet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91778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 mesure de la satisfaction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CSE opérationnelle et stratégique spécifique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COPIL</a:t>
                      </a:r>
                    </a:p>
                  </a:txBody>
                  <a:tcPr anchor="ctr">
                    <a:solidFill>
                      <a:srgbClr val="23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0943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 gestion budgétaire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Suivi des priorités et des livrables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COTECH</a:t>
                      </a:r>
                    </a:p>
                  </a:txBody>
                  <a:tcPr anchor="ctr">
                    <a:solidFill>
                      <a:srgbClr val="1B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04994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CCAC0A6-D5B4-4E7C-88A6-0A6F9F327BE5}"/>
              </a:ext>
            </a:extLst>
          </p:cNvPr>
          <p:cNvSpPr/>
          <p:nvPr/>
        </p:nvSpPr>
        <p:spPr>
          <a:xfrm>
            <a:off x="546100" y="5867400"/>
            <a:ext cx="63500" cy="889000"/>
          </a:xfrm>
          <a:prstGeom prst="rect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CDC85-544A-4C27-B47A-818B1FF380A5}"/>
              </a:ext>
            </a:extLst>
          </p:cNvPr>
          <p:cNvSpPr/>
          <p:nvPr/>
        </p:nvSpPr>
        <p:spPr>
          <a:xfrm>
            <a:off x="609600" y="5867400"/>
            <a:ext cx="11036300" cy="889000"/>
          </a:xfrm>
          <a:prstGeom prst="rect">
            <a:avLst/>
          </a:prstGeom>
          <a:solidFill>
            <a:srgbClr val="1B21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marL="0" indent="0">
              <a:lnSpc>
                <a:spcPts val="1500"/>
              </a:lnSpc>
              <a:buNone/>
            </a:pPr>
            <a:r>
              <a:rPr lang="fr-FR" sz="1300" b="1" dirty="0">
                <a:solidFill>
                  <a:srgbClr val="F2A93B"/>
                </a:solidFill>
                <a:latin typeface="Calibri"/>
              </a:rPr>
              <a:t>À noter : </a:t>
            </a:r>
            <a:r>
              <a:rPr lang="fr-FR" sz="1300" dirty="0">
                <a:solidFill>
                  <a:srgbClr val="FFFFFF"/>
                </a:solidFill>
                <a:latin typeface="Calibri"/>
              </a:rPr>
              <a:t>les projets métier seront menés selon les processus d'infogérance traditionnels, sauf les contributions d'expertise qui seront menées de manière capacitaire. La capacité technique pourra être ajustée à la hausse ou à la baisse, selon un délai qui reste à préciser.</a:t>
            </a:r>
          </a:p>
        </p:txBody>
      </p:sp>
    </p:spTree>
    <p:extLst>
      <p:ext uri="{BB962C8B-B14F-4D97-AF65-F5344CB8AC3E}">
        <p14:creationId xmlns:p14="http://schemas.microsoft.com/office/powerpoint/2010/main" val="99965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BD2141C-E89E-4123-BC3D-E519C8B825CC}"/>
              </a:ext>
            </a:extLst>
          </p:cNvPr>
          <p:cNvSpPr txBox="1"/>
          <p:nvPr/>
        </p:nvSpPr>
        <p:spPr>
          <a:xfrm>
            <a:off x="546100" y="368300"/>
            <a:ext cx="109728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000" b="1" dirty="0">
                <a:solidFill>
                  <a:srgbClr val="1E2761"/>
                </a:solidFill>
                <a:latin typeface="Cambria"/>
                <a:ea typeface="Cambria"/>
              </a:rPr>
              <a:t>Gouvernance capacitaire &amp; agile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1A1403-30EB-40F7-8EE8-E9D73BAF5717}"/>
              </a:ext>
            </a:extLst>
          </p:cNvPr>
          <p:cNvSpPr txBox="1"/>
          <p:nvPr/>
        </p:nvSpPr>
        <p:spPr>
          <a:xfrm>
            <a:off x="546100" y="1346200"/>
            <a:ext cx="10972800" cy="36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300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Pilotage : Souha TIBI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CA5B18-6FB9-4573-8A4C-F8755A83188F}"/>
              </a:ext>
            </a:extLst>
          </p:cNvPr>
          <p:cNvSpPr txBox="1"/>
          <p:nvPr/>
        </p:nvSpPr>
        <p:spPr>
          <a:xfrm>
            <a:off x="546100" y="1701800"/>
            <a:ext cx="10972800" cy="44704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Instances de pilotage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32AE13D-52C5-4538-88B5-626C9A2E54F8}"/>
              </a:ext>
            </a:extLst>
          </p:cNvPr>
          <p:cNvSpPr txBox="1"/>
          <p:nvPr/>
        </p:nvSpPr>
        <p:spPr>
          <a:xfrm>
            <a:off x="546100" y="5410200"/>
            <a:ext cx="10972800" cy="44704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 de fonctionnement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8EAA2A-70D1-4F95-9F6F-628C01483D9D}"/>
              </a:ext>
            </a:extLst>
          </p:cNvPr>
          <p:cNvSpPr/>
          <p:nvPr/>
        </p:nvSpPr>
        <p:spPr>
          <a:xfrm>
            <a:off x="546100" y="2209800"/>
            <a:ext cx="3479800" cy="3073400"/>
          </a:xfrm>
          <a:prstGeom prst="round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COTECH</a:t>
            </a:r>
          </a:p>
          <a:p>
            <a:pPr marL="0" indent="0" algn="l">
              <a:buNone/>
            </a:pPr>
            <a:r>
              <a:rPr lang="fr-FR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Toutes les 2 semaines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400" dirty="0">
                <a:solidFill>
                  <a:srgbClr val="DDE0EE"/>
                </a:solidFill>
                <a:latin typeface="Calibri"/>
              </a:rPr>
              <a:t>Suivi du build &amp; run, arbitrages techniques, revue des risques, des priorisations </a:t>
            </a:r>
            <a:r>
              <a:rPr lang="fr-FR" sz="1400" dirty="0" err="1">
                <a:solidFill>
                  <a:srgbClr val="DDE0EE"/>
                </a:solidFill>
                <a:latin typeface="Calibri"/>
              </a:rPr>
              <a:t>build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&amp; run.</a:t>
            </a:r>
          </a:p>
          <a:p>
            <a:pPr marL="0" indent="0" algn="l">
              <a:spcBef>
                <a:spcPts val="300"/>
              </a:spcBef>
              <a:buNone/>
            </a:pPr>
            <a:br>
              <a:rPr lang="fr-FR" sz="1400" dirty="0">
                <a:solidFill>
                  <a:srgbClr val="DDE0EE"/>
                </a:solidFill>
                <a:latin typeface="Calibri"/>
              </a:rPr>
            </a:br>
            <a:endParaRPr lang="fr-FR" sz="1400" dirty="0">
              <a:solidFill>
                <a:srgbClr val="DDE0E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lang="fr-FR" b="1" dirty="0">
                <a:solidFill>
                  <a:srgbClr val="FFFFFF"/>
                </a:solidFill>
                <a:latin typeface="Calibri"/>
              </a:rPr>
              <a:t>Participants</a:t>
            </a:r>
          </a:p>
          <a:p>
            <a:pPr marL="0" indent="0" algn="l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CAGIP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: Lead </a:t>
            </a:r>
            <a:r>
              <a:rPr lang="fr-FR" sz="1400" dirty="0" err="1">
                <a:solidFill>
                  <a:srgbClr val="DDE0EE"/>
                </a:solidFill>
                <a:latin typeface="Calibri"/>
              </a:rPr>
              <a:t>squad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(animation)</a:t>
            </a:r>
          </a:p>
          <a:p>
            <a:pPr marL="0" indent="0" algn="l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CAPFM Corp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: Correspondant(s) opérationnel(s)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836FBF5-3212-4A17-B663-9B97E3225B28}"/>
              </a:ext>
            </a:extLst>
          </p:cNvPr>
          <p:cNvSpPr/>
          <p:nvPr/>
        </p:nvSpPr>
        <p:spPr>
          <a:xfrm>
            <a:off x="4343400" y="2209800"/>
            <a:ext cx="3479800" cy="3073400"/>
          </a:xfrm>
          <a:prstGeom prst="round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COPIL</a:t>
            </a:r>
          </a:p>
          <a:p>
            <a:r>
              <a:rPr lang="fr-FR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Mensuel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400" dirty="0">
                <a:solidFill>
                  <a:srgbClr val="DDE0EE"/>
                </a:solidFill>
                <a:latin typeface="Calibri"/>
              </a:rPr>
              <a:t>Pilotage budgétaire et des jalons, décisions d'engagement, revue des indicateurs.</a:t>
            </a:r>
          </a:p>
          <a:p>
            <a:pPr marL="0" indent="0" algn="l">
              <a:spcBef>
                <a:spcPts val="300"/>
              </a:spcBef>
              <a:buNone/>
            </a:pPr>
            <a:endParaRPr lang="fr-FR" sz="1400" dirty="0">
              <a:solidFill>
                <a:srgbClr val="DDE0EE"/>
              </a:solidFill>
              <a:latin typeface="Calibri"/>
            </a:endParaRPr>
          </a:p>
          <a:p>
            <a:pPr indent="0">
              <a:spcBef>
                <a:spcPts val="300"/>
              </a:spcBef>
              <a:spcAft>
                <a:spcPts val="100"/>
              </a:spcAft>
              <a:buNone/>
            </a:pPr>
            <a:r>
              <a:rPr lang="fr-FR" b="1" dirty="0">
                <a:solidFill>
                  <a:srgbClr val="FFFFFF"/>
                </a:solidFill>
                <a:latin typeface="Calibri"/>
              </a:rPr>
              <a:t>Participants</a:t>
            </a:r>
          </a:p>
          <a:p>
            <a:r>
              <a:rPr lang="fr-FR" sz="1400" b="1" dirty="0">
                <a:solidFill>
                  <a:srgbClr val="FFFFFF"/>
                </a:solidFill>
                <a:latin typeface="Calibri"/>
              </a:rPr>
              <a:t>CAGIP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: Lead SQUAD</a:t>
            </a:r>
            <a:r>
              <a:rPr lang="fr-FR" sz="1400" dirty="0">
                <a:solidFill>
                  <a:srgbClr val="DDE0EE"/>
                </a:solidFill>
              </a:rPr>
              <a:t> (animation)</a:t>
            </a:r>
          </a:p>
          <a:p>
            <a:pPr marL="0" indent="0" algn="l">
              <a:buNone/>
            </a:pPr>
            <a:r>
              <a:rPr lang="fr-FR" sz="1400" dirty="0">
                <a:solidFill>
                  <a:srgbClr val="DDE0EE"/>
                </a:solidFill>
                <a:latin typeface="Calibri"/>
              </a:rPr>
              <a:t>, Manager CAGIP et Lead DE (gestion des engagements)</a:t>
            </a:r>
          </a:p>
          <a:p>
            <a:pPr marL="0" indent="0" algn="l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CAPFM Corp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: Correspondant(s) Pilotage &amp; stratégie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61373E9-1936-4B2D-949D-64F88F12D17B}"/>
              </a:ext>
            </a:extLst>
          </p:cNvPr>
          <p:cNvSpPr/>
          <p:nvPr/>
        </p:nvSpPr>
        <p:spPr>
          <a:xfrm>
            <a:off x="8140700" y="2209800"/>
            <a:ext cx="3479800" cy="3073400"/>
          </a:xfrm>
          <a:prstGeom prst="round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Daily</a:t>
            </a:r>
          </a:p>
          <a:p>
            <a:pPr indent="0">
              <a:buNone/>
            </a:pPr>
            <a:r>
              <a:rPr lang="fr-FR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Quotidien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400" dirty="0">
                <a:solidFill>
                  <a:srgbClr val="DDE0EE"/>
                </a:solidFill>
                <a:latin typeface="Calibri"/>
              </a:rPr>
              <a:t>Point d'équipe interne court : avancement, blocages et coordination du jour.</a:t>
            </a:r>
          </a:p>
          <a:p>
            <a:pPr marL="0" indent="0" algn="l">
              <a:spcBef>
                <a:spcPts val="300"/>
              </a:spcBef>
              <a:buNone/>
            </a:pPr>
            <a:endParaRPr lang="fr-FR" sz="1400" b="1" dirty="0">
              <a:solidFill>
                <a:srgbClr val="C3C7E0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lang="fr-FR" b="1" dirty="0">
                <a:solidFill>
                  <a:srgbClr val="FFFFFF"/>
                </a:solidFill>
                <a:latin typeface="Calibri"/>
              </a:rPr>
              <a:t>Participants</a:t>
            </a:r>
          </a:p>
          <a:p>
            <a:pPr marL="0" indent="0" algn="l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CAGIP</a:t>
            </a:r>
            <a:r>
              <a:rPr lang="fr-FR" sz="1400" dirty="0">
                <a:solidFill>
                  <a:srgbClr val="DDE0EE"/>
                </a:solidFill>
                <a:latin typeface="Calibri"/>
              </a:rPr>
              <a:t> : Lead squad &amp; Cloud Ops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496B810-0254-4647-91CB-B195695B294C}"/>
              </a:ext>
            </a:extLst>
          </p:cNvPr>
          <p:cNvSpPr/>
          <p:nvPr/>
        </p:nvSpPr>
        <p:spPr>
          <a:xfrm>
            <a:off x="546100" y="5715000"/>
            <a:ext cx="11099800" cy="736600"/>
          </a:xfrm>
          <a:prstGeom prst="roundRect">
            <a:avLst/>
          </a:prstGeom>
          <a:solidFill>
            <a:srgbClr val="EAEC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marL="200025" indent="-200025">
              <a:spcAft>
                <a:spcPts val="400"/>
              </a:spcAft>
              <a:buFont typeface="Arial"/>
              <a:buChar char="•"/>
            </a:pPr>
            <a:r>
              <a:rPr lang="fr-FR" sz="1500" dirty="0">
                <a:solidFill>
                  <a:srgbClr val="1E2761"/>
                </a:solidFill>
                <a:latin typeface="Calibri"/>
              </a:rPr>
              <a:t>Enveloppe capacitaire globalisée build &amp; run.</a:t>
            </a:r>
          </a:p>
          <a:p>
            <a:pPr marL="200025" indent="-200025">
              <a:spcAft>
                <a:spcPts val="400"/>
              </a:spcAft>
              <a:buFont typeface="Arial"/>
              <a:buChar char="•"/>
            </a:pPr>
            <a:r>
              <a:rPr lang="fr-FR" sz="1500" dirty="0">
                <a:solidFill>
                  <a:srgbClr val="1E2761"/>
                </a:solidFill>
                <a:latin typeface="Calibri"/>
              </a:rPr>
              <a:t>Suivi des imputations et des sujets run &amp; </a:t>
            </a:r>
            <a:r>
              <a:rPr lang="fr-FR" sz="1500" dirty="0" err="1">
                <a:solidFill>
                  <a:srgbClr val="1E2761"/>
                </a:solidFill>
                <a:latin typeface="Calibri"/>
              </a:rPr>
              <a:t>build</a:t>
            </a:r>
            <a:r>
              <a:rPr lang="fr-FR" sz="1500" dirty="0">
                <a:solidFill>
                  <a:srgbClr val="1E2761"/>
                </a:solidFill>
                <a:latin typeface="Calibri"/>
              </a:rPr>
              <a:t> en COTECH— point hebdomadaire avec l'entité</a:t>
            </a:r>
          </a:p>
        </p:txBody>
      </p:sp>
    </p:spTree>
    <p:extLst>
      <p:ext uri="{BB962C8B-B14F-4D97-AF65-F5344CB8AC3E}">
        <p14:creationId xmlns:p14="http://schemas.microsoft.com/office/powerpoint/2010/main" val="157952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644B8FD-CEB0-482B-A665-7DB1FD5BCFDD}"/>
              </a:ext>
            </a:extLst>
          </p:cNvPr>
          <p:cNvSpPr txBox="1"/>
          <p:nvPr/>
        </p:nvSpPr>
        <p:spPr>
          <a:xfrm>
            <a:off x="546100" y="368300"/>
            <a:ext cx="109728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000" b="1" dirty="0">
                <a:solidFill>
                  <a:srgbClr val="1E2761"/>
                </a:solidFill>
                <a:latin typeface="Cambria"/>
                <a:ea typeface="Cambria"/>
              </a:rPr>
              <a:t>Coûts estimatifs du dispositif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7588F05-0D8F-4C99-B6EA-AC0FB94D4A5E}"/>
              </a:ext>
            </a:extLst>
          </p:cNvPr>
          <p:cNvSpPr txBox="1"/>
          <p:nvPr/>
        </p:nvSpPr>
        <p:spPr>
          <a:xfrm>
            <a:off x="546100" y="1346200"/>
            <a:ext cx="7908968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300" dirty="0">
                <a:solidFill>
                  <a:srgbClr val="44507A"/>
                </a:solidFill>
                <a:latin typeface="Calibri"/>
                <a:ea typeface="Calibri"/>
                <a:cs typeface="Calibri"/>
              </a:rPr>
              <a:t>SQUAD LZI — évolution et exploitation de la Landing Zone (LZI)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9EE82EB-13EA-4D4D-82AB-C1A1E08F6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910850"/>
              </p:ext>
            </p:extLst>
          </p:nvPr>
        </p:nvGraphicFramePr>
        <p:xfrm>
          <a:off x="546099" y="2184400"/>
          <a:ext cx="11472624" cy="4114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5365">
                  <a:extLst>
                    <a:ext uri="{9D8B030D-6E8A-4147-A177-3AD203B41FA5}">
                      <a16:colId xmlns:a16="http://schemas.microsoft.com/office/drawing/2014/main" val="3385990349"/>
                    </a:ext>
                  </a:extLst>
                </a:gridCol>
                <a:gridCol w="3780103">
                  <a:extLst>
                    <a:ext uri="{9D8B030D-6E8A-4147-A177-3AD203B41FA5}">
                      <a16:colId xmlns:a16="http://schemas.microsoft.com/office/drawing/2014/main" val="761092715"/>
                    </a:ext>
                  </a:extLst>
                </a:gridCol>
                <a:gridCol w="1089765">
                  <a:extLst>
                    <a:ext uri="{9D8B030D-6E8A-4147-A177-3AD203B41FA5}">
                      <a16:colId xmlns:a16="http://schemas.microsoft.com/office/drawing/2014/main" val="3163771067"/>
                    </a:ext>
                  </a:extLst>
                </a:gridCol>
                <a:gridCol w="1459282">
                  <a:extLst>
                    <a:ext uri="{9D8B030D-6E8A-4147-A177-3AD203B41FA5}">
                      <a16:colId xmlns:a16="http://schemas.microsoft.com/office/drawing/2014/main" val="1737017187"/>
                    </a:ext>
                  </a:extLst>
                </a:gridCol>
                <a:gridCol w="2098109">
                  <a:extLst>
                    <a:ext uri="{9D8B030D-6E8A-4147-A177-3AD203B41FA5}">
                      <a16:colId xmlns:a16="http://schemas.microsoft.com/office/drawing/2014/main" val="6481972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Détail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Nb ETP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TJM HTR (€)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Coût annuel HTR (€)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800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Lead SQUAD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Expert certifié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151 204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2796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2 Cloud Ops séniors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 err="1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Build</a:t>
                      </a:r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 &amp; Run (renforcement progressif)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1468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308 280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80822"/>
                  </a:ext>
                </a:extLst>
              </a:tr>
              <a:tr h="527763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2 à 4 Cloud Ops progressif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Dispositif industriel optimisé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</a:rPr>
                        <a:t>2 à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</a:rPr>
                        <a:t>1468 à 2936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</a:rPr>
                        <a:t>308 280 à 616 560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562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 astreinte (+2 Cloud Ops mini sur le dispositif industriel ci dessus)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Dispositif 24/7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sz="1400" b="0" i="1" dirty="0">
                        <a:solidFill>
                          <a:srgbClr val="B4530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sz="1400" b="0" i="1" dirty="0">
                        <a:solidFill>
                          <a:srgbClr val="121636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i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Chiffrage en cours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344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 Architecte applicatif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Architecture &amp; environnements de développement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154 140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0143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 Développeur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Développement applicatif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734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rgbClr val="121636"/>
                          </a:solidFill>
                          <a:latin typeface="Calibri"/>
                          <a:ea typeface="Calibri"/>
                          <a:cs typeface="Calibri"/>
                        </a:rPr>
                        <a:t>154 140</a:t>
                      </a:r>
                    </a:p>
                  </a:txBody>
                  <a:tcPr anchor="ctr">
                    <a:solidFill>
                      <a:srgbClr val="E9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188543"/>
                  </a:ext>
                </a:extLst>
              </a:tr>
              <a:tr h="508000">
                <a:tc gridSpan="3"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E3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400" b="1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AECF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400" b="1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AEC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sz="1400" b="1" dirty="0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3E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1" i="1" dirty="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409 484 à 1 384 424</a:t>
                      </a:r>
                    </a:p>
                    <a:p>
                      <a:pPr algn="r"/>
                      <a:r>
                        <a:rPr lang="fr-FR" sz="1400" b="1" i="1" dirty="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(Hors astreinte)  </a:t>
                      </a:r>
                    </a:p>
                  </a:txBody>
                  <a:tcPr anchor="ctr">
                    <a:solidFill>
                      <a:srgbClr val="E3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72257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3CF6E1CD-D0B5-4524-A1D1-4A6DA7ABCBB8}"/>
              </a:ext>
            </a:extLst>
          </p:cNvPr>
          <p:cNvSpPr txBox="1"/>
          <p:nvPr/>
        </p:nvSpPr>
        <p:spPr>
          <a:xfrm>
            <a:off x="546099" y="6322597"/>
            <a:ext cx="110998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i="1" dirty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Hypothèse de renforcement progressif de l'équipe (+2 Cloud Ops).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211B088-9D13-497B-BEF7-9C80180EED76}"/>
              </a:ext>
            </a:extLst>
          </p:cNvPr>
          <p:cNvSpPr/>
          <p:nvPr/>
        </p:nvSpPr>
        <p:spPr>
          <a:xfrm>
            <a:off x="8755693" y="431799"/>
            <a:ext cx="2890207" cy="1234163"/>
          </a:xfrm>
          <a:prstGeom prst="roundRect">
            <a:avLst/>
          </a:prstGeom>
          <a:solidFill>
            <a:srgbClr val="FCEBCF"/>
          </a:solidFill>
          <a:ln w="12700" cap="flat" cmpd="sng" algn="ctr">
            <a:solidFill>
              <a:srgbClr val="E0A4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Coût estimatif</a:t>
            </a:r>
            <a:b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</a:br>
            <a: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Tarifs lissés non optimisés</a:t>
            </a:r>
            <a:b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</a:br>
            <a: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Chiffrage final à venir sur validation </a:t>
            </a:r>
          </a:p>
          <a:p>
            <a:pPr algn="l"/>
            <a:r>
              <a:rPr lang="fr-FR" sz="1400" b="1" dirty="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du dispositif</a:t>
            </a:r>
          </a:p>
        </p:txBody>
      </p:sp>
    </p:spTree>
    <p:extLst>
      <p:ext uri="{BB962C8B-B14F-4D97-AF65-F5344CB8AC3E}">
        <p14:creationId xmlns:p14="http://schemas.microsoft.com/office/powerpoint/2010/main" val="113166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des autres parties prenantes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(DE)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 des architectures, définition des standards techniques, accompagnement des équipes CloudOps et des projets.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28016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5544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CAPFM Corp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2402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 Corp via un Correspondant Pilotage &amp; stratégie (COPIL) et un Correspondant opérationnel (COTECH). Valide les orientations d'architecture, priorise les besoins et arbitre les sujets structurants.</a:t>
            </a:r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2812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1605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Projet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4846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Consomment les services de la Landing Zone ; demandes traitées via les outils de gestion mis à disposition.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61" y="42812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41605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4846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Apporte son expertise sur les composants dont il est responsable lors des incidents ou évolutions nécessitant un support spécifique.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2021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Processus opérationnels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26030" cy="4206240"/>
          </a:xfrm>
          <a:prstGeom prst="roundRect">
            <a:avLst>
              <a:gd name="adj" fmla="val 25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9394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14600"/>
            <a:ext cx="20688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demandes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337560"/>
            <a:ext cx="206883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Centralisées via Jira : qualification, priorisation, affectation, traitement.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4710" y="1554480"/>
            <a:ext cx="2526030" cy="4206240"/>
          </a:xfrm>
          <a:prstGeom prst="roundRect">
            <a:avLst>
              <a:gd name="adj" fmla="val 2534"/>
            </a:avLst>
          </a:prstGeom>
          <a:solidFill>
            <a:srgbClr val="4450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62331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952" y="19394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3310" y="2514600"/>
            <a:ext cx="20688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incidents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23310" y="3337560"/>
            <a:ext cx="206883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Détection, qualification, diagnostic, résolution, communication, retour d'expérience.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40780" y="1554480"/>
            <a:ext cx="2526030" cy="4206240"/>
          </a:xfrm>
          <a:prstGeom prst="roundRect">
            <a:avLst>
              <a:gd name="adj" fmla="val 25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46938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2" y="193944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9380" y="2514600"/>
            <a:ext cx="20688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changements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69380" y="3337560"/>
            <a:ext cx="206883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planification, mise en œuvre et suivi des changements.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86850" y="1554480"/>
            <a:ext cx="2526030" cy="4206240"/>
          </a:xfrm>
          <a:prstGeom prst="roundRect">
            <a:avLst>
              <a:gd name="adj" fmla="val 2534"/>
            </a:avLst>
          </a:prstGeom>
          <a:solidFill>
            <a:srgbClr val="4450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931545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092" y="193944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15450" y="2514600"/>
            <a:ext cx="20688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sécurité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315450" y="3337560"/>
            <a:ext cx="206883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sécurité, vulnérabilités, accès, conformité contractuelle.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 équipes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 Cloud Public regroupe les compétences nécessaires à </a:t>
            </a:r>
            <a:r>
              <a:rPr lang="en-US" sz="1300" dirty="0" err="1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l'évolution</a:t>
            </a: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l'exploitation de la LZI.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51960" y="1737360"/>
            <a:ext cx="365760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434840" y="1901952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541" y="20226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810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Public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2606040"/>
            <a:ext cx="0" cy="36576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2743200" y="2971800"/>
            <a:ext cx="6675120" cy="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0" y="2971800"/>
            <a:ext cx="0" cy="27432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9418320" y="2971800"/>
            <a:ext cx="0" cy="27432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1097280" y="3246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132588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22" y="358536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3447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325880" y="4023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de la Landing Zone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72400" y="3246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8" name="Shape 14"/>
          <p:cNvSpPr/>
          <p:nvPr/>
        </p:nvSpPr>
        <p:spPr>
          <a:xfrm>
            <a:off x="800100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42" y="358536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3447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Cloud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001000" y="4023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 avec les architectures CAPFM CORP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cible : organisation dédiée (maturité avancée) — équipe CloudOps dédiée au cloud public.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&amp; interactions entre équipes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129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16194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36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claire des responsabilités entre le DE Cloud Public et CAPFM Corp, incluant le CPE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formalisés (demandes, incidents, changements)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étroite entre CloudOps, architectes et équipes projets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de suivi et de pilotage des activités BUILD et RUN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280160"/>
            <a:ext cx="5486400" cy="4937760"/>
          </a:xfrm>
          <a:prstGeom prst="roundRect">
            <a:avLst>
              <a:gd name="adj" fmla="val 12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16194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536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clés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46520" y="21488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↔ Architectes DE : mise en œuvre &amp; validation technique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DE ↔ Architectes Corp : co-construction &amp; validation finale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↔ CAPFM Corp : exploitation, demandes, incidents — via Chef de Projet / SDM, qualifiés par le DE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↔ Équipes Projet : accompagnement &amp; intégration des besoins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CAPFM Corp ↔ Équipes Projet : priorisation &amp; cadrage des besoins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121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à valider avec le client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exact du CPE : opérateur global de la LZI ou support ponctuel par composant 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Astreinte managériale hybride : qui l'assure (SDM, Lead Domaine, Chef de Projet en rotation) 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Complémentarité CloudOps / AppOps : s'applique-t-elle au BUILD ou uniquement au RUN 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scénario d'organisation cible et des matrices RACI détaillées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outils (Jira, supervision, logging) et des canaux de communication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des indicateurs de niveaux de service (SLA / SLO)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4509E7-77F4-9BB6-C673-7878AC67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54127-0427-3078-2B66-3A8B002C998C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Domaines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Expertises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SFS (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Laurent)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E703A6-0707-3496-71A6-5366E09DCA8C}"/>
              </a:ext>
            </a:extLst>
          </p:cNvPr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 Cloud Public regroupe les compétences nécessaires à </a:t>
            </a:r>
            <a:r>
              <a:rPr lang="en-US" sz="1300" dirty="0" err="1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l'évolution</a:t>
            </a: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l'exploitation de la LZI.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BAF5A9-814B-183D-1352-2642CDADBCEC}"/>
              </a:ext>
            </a:extLst>
          </p:cNvPr>
          <p:cNvSpPr/>
          <p:nvPr/>
        </p:nvSpPr>
        <p:spPr>
          <a:xfrm>
            <a:off x="4251960" y="1737360"/>
            <a:ext cx="365760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AA3EB3-AB98-A695-178D-774FB159EC22}"/>
              </a:ext>
            </a:extLst>
          </p:cNvPr>
          <p:cNvSpPr/>
          <p:nvPr/>
        </p:nvSpPr>
        <p:spPr>
          <a:xfrm>
            <a:off x="4434840" y="1901952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2A6D4ADA-86A7-1078-8C7C-3C048D0D8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541" y="2022653"/>
            <a:ext cx="307238" cy="30723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09580A9-D491-3E6C-5FB4-C3796720D34A}"/>
              </a:ext>
            </a:extLst>
          </p:cNvPr>
          <p:cNvSpPr/>
          <p:nvPr/>
        </p:nvSpPr>
        <p:spPr>
          <a:xfrm>
            <a:off x="5120640" y="1810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d'Expertise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Public</a:t>
            </a:r>
            <a:endParaRPr lang="en-US" sz="13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45A31F2-2FAA-B3A6-ACE1-9C73DB370B72}"/>
              </a:ext>
            </a:extLst>
          </p:cNvPr>
          <p:cNvSpPr/>
          <p:nvPr/>
        </p:nvSpPr>
        <p:spPr>
          <a:xfrm>
            <a:off x="6080760" y="2606040"/>
            <a:ext cx="0" cy="36576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68DB107-6B14-13C0-B323-D532B6EA7EEC}"/>
              </a:ext>
            </a:extLst>
          </p:cNvPr>
          <p:cNvSpPr/>
          <p:nvPr/>
        </p:nvSpPr>
        <p:spPr>
          <a:xfrm>
            <a:off x="2743200" y="2971800"/>
            <a:ext cx="6675120" cy="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A57F697-CFD8-73C0-AC64-DED642D1676A}"/>
              </a:ext>
            </a:extLst>
          </p:cNvPr>
          <p:cNvSpPr/>
          <p:nvPr/>
        </p:nvSpPr>
        <p:spPr>
          <a:xfrm>
            <a:off x="2743200" y="2971800"/>
            <a:ext cx="0" cy="27432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44A2FA7-CADA-B745-2D67-44519069E7D2}"/>
              </a:ext>
            </a:extLst>
          </p:cNvPr>
          <p:cNvSpPr/>
          <p:nvPr/>
        </p:nvSpPr>
        <p:spPr>
          <a:xfrm>
            <a:off x="9418320" y="2971800"/>
            <a:ext cx="0" cy="274320"/>
          </a:xfrm>
          <a:prstGeom prst="line">
            <a:avLst/>
          </a:prstGeom>
          <a:noFill/>
          <a:ln w="19050">
            <a:solidFill>
              <a:srgbClr val="4450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50C84BB-BB84-037A-B57A-9F736C8C2416}"/>
              </a:ext>
            </a:extLst>
          </p:cNvPr>
          <p:cNvSpPr/>
          <p:nvPr/>
        </p:nvSpPr>
        <p:spPr>
          <a:xfrm>
            <a:off x="1097280" y="3246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40EDC8D-6E97-744A-09D7-EBC3D922057A}"/>
              </a:ext>
            </a:extLst>
          </p:cNvPr>
          <p:cNvSpPr/>
          <p:nvPr/>
        </p:nvSpPr>
        <p:spPr>
          <a:xfrm>
            <a:off x="132588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CB5A3D59-35A8-8F94-81A2-DC21579B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22" y="3585362"/>
            <a:ext cx="281635" cy="281635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2D26FD7B-459C-05CA-AB0D-0BE4027A9929}"/>
              </a:ext>
            </a:extLst>
          </p:cNvPr>
          <p:cNvSpPr/>
          <p:nvPr/>
        </p:nvSpPr>
        <p:spPr>
          <a:xfrm>
            <a:off x="1965960" y="3447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</a:t>
            </a:r>
            <a:endParaRPr lang="en-US" sz="13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716DCD4-F6BE-EDCC-87F6-23BA2B9C4E6E}"/>
              </a:ext>
            </a:extLst>
          </p:cNvPr>
          <p:cNvSpPr/>
          <p:nvPr/>
        </p:nvSpPr>
        <p:spPr>
          <a:xfrm>
            <a:off x="1325880" y="4023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de la Landing Zone</a:t>
            </a:r>
            <a:endParaRPr lang="en-US" sz="11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C4A0D48-2740-9383-765B-5FFEAADD6AC0}"/>
              </a:ext>
            </a:extLst>
          </p:cNvPr>
          <p:cNvSpPr/>
          <p:nvPr/>
        </p:nvSpPr>
        <p:spPr>
          <a:xfrm>
            <a:off x="7772400" y="3246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FC52DB7-D972-3EB2-B226-560A126FDACE}"/>
              </a:ext>
            </a:extLst>
          </p:cNvPr>
          <p:cNvSpPr/>
          <p:nvPr/>
        </p:nvSpPr>
        <p:spPr>
          <a:xfrm>
            <a:off x="800100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BB9CD5C-6499-A26E-D60A-B15F49FF5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42" y="3585362"/>
            <a:ext cx="281635" cy="281635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EA351E7C-96DE-7ACE-1246-0EED90B6627D}"/>
              </a:ext>
            </a:extLst>
          </p:cNvPr>
          <p:cNvSpPr/>
          <p:nvPr/>
        </p:nvSpPr>
        <p:spPr>
          <a:xfrm>
            <a:off x="8641080" y="3447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Cloud</a:t>
            </a:r>
            <a:endParaRPr lang="en-US" sz="13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4B107A8-3093-8F84-E21E-CD1B09D07A3C}"/>
              </a:ext>
            </a:extLst>
          </p:cNvPr>
          <p:cNvSpPr/>
          <p:nvPr/>
        </p:nvSpPr>
        <p:spPr>
          <a:xfrm>
            <a:off x="8001000" y="4023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 avec les architectures CAPFM CORP</a:t>
            </a:r>
            <a:endParaRPr lang="en-US" sz="115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301A6A9B-E544-2419-8C9E-5EC6BAAD5B19}"/>
              </a:ext>
            </a:extLst>
          </p:cNvPr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E8A81CD-9502-0E49-A1C3-29DF50218A4A}"/>
              </a:ext>
            </a:extLst>
          </p:cNvPr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cible : organisation dédiée (maturité avancée) — équipe CloudOps dédiée au cloud public.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8327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27D3EA-C96C-4897-AA85-F1C9308CFD5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dc0cf85c-514d-4ef1-bc42-322ca80b940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DF514E254C4C4595328D2948ADE44A" ma:contentTypeVersion="17" ma:contentTypeDescription="Crée un document." ma:contentTypeScope="" ma:versionID="57e8feae70145f163c762c713184ccd1">
  <xsd:schema xmlns:xsd="http://www.w3.org/2001/XMLSchema" xmlns:xs="http://www.w3.org/2001/XMLSchema" xmlns:p="http://schemas.microsoft.com/office/2006/metadata/properties" xmlns:ns2="c7267b83-c4d7-4ce9-a1b0-994575924ad9" xmlns:ns3="fdaed77b-87a6-445a-b9ad-b849e8c57051" targetNamespace="http://schemas.microsoft.com/office/2006/metadata/properties" ma:root="true" ma:fieldsID="7d0c9466dc4d6a357621c3606650224e" ns2:_="" ns3:_="">
    <xsd:import namespace="c7267b83-c4d7-4ce9-a1b0-994575924ad9"/>
    <xsd:import namespace="fdaed77b-87a6-445a-b9ad-b849e8c570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_Flow_SignoffStatus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267b83-c4d7-4ce9-a1b0-994575924a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cb4e1ff1-4910-4b26-8f48-d1ddcd02db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Flow_SignoffStatus" ma:index="21" nillable="true" ma:displayName="État de validation" ma:internalName="_x00c9_tat_x0020_de_x0020_validation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ed77b-87a6-445a-b9ad-b849e8c5705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03d6c7c-498c-43c1-b733-db9c17aed5b4}" ma:internalName="TaxCatchAll" ma:showField="CatchAllData" ma:web="fdaed77b-87a6-445a-b9ad-b849e8c570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aed77b-87a6-445a-b9ad-b849e8c57051" xsi:nil="true"/>
    <lcf76f155ced4ddcb4097134ff3c332f xmlns="c7267b83-c4d7-4ce9-a1b0-994575924ad9">
      <Terms xmlns="http://schemas.microsoft.com/office/infopath/2007/PartnerControls"/>
    </lcf76f155ced4ddcb4097134ff3c332f>
    <_Flow_SignoffStatus xmlns="c7267b83-c4d7-4ce9-a1b0-994575924ad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F00184-F577-4467-BFB8-C2CF797B20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267b83-c4d7-4ce9-a1b0-994575924ad9"/>
    <ds:schemaRef ds:uri="fdaed77b-87a6-445a-b9ad-b849e8c570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7F55C5-560E-44B0-9DD1-9CE2B36314A4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fdaed77b-87a6-445a-b9ad-b849e8c57051"/>
    <ds:schemaRef ds:uri="c7267b83-c4d7-4ce9-a1b0-994575924ad9"/>
  </ds:schemaRefs>
</ds:datastoreItem>
</file>

<file path=customXml/itemProps3.xml><?xml version="1.0" encoding="utf-8"?>
<ds:datastoreItem xmlns:ds="http://schemas.openxmlformats.org/officeDocument/2006/customXml" ds:itemID="{292DF0ED-294E-42F1-B6A8-3711B65ACA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1823</Words>
  <Application>Microsoft Office PowerPoint</Application>
  <PresentationFormat>Grand écran</PresentationFormat>
  <Paragraphs>274</Paragraphs>
  <Slides>17</Slides>
  <Notes>13</Notes>
  <HiddenSlides>6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Opérationnel LZI</dc:title>
  <dc:subject>PptxGenJS Presentation</dc:subject>
  <dc:creator>DE Cloud Public</dc:creator>
  <cp:lastModifiedBy>Laurent LECOUTRE</cp:lastModifiedBy>
  <cp:revision>3</cp:revision>
  <dcterms:created xsi:type="dcterms:W3CDTF">2026-06-30T05:56:25Z</dcterms:created>
  <dcterms:modified xsi:type="dcterms:W3CDTF">2026-07-01T21:35:11Z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ad6431-53ea-4466-8111-3fefa470bcb9_Enabled">
    <vt:lpwstr>true</vt:lpwstr>
  </property>
  <property fmtid="{D5CDD505-2E9C-101B-9397-08002B2CF9AE}" pid="3" name="MSIP_Label_4cad6431-53ea-4466-8111-3fefa470bcb9_SetDate">
    <vt:lpwstr>2026-07-01T11:28:51Z</vt:lpwstr>
  </property>
  <property fmtid="{D5CDD505-2E9C-101B-9397-08002B2CF9AE}" pid="4" name="MSIP_Label_4cad6431-53ea-4466-8111-3fefa470bcb9_Method">
    <vt:lpwstr>Privileged</vt:lpwstr>
  </property>
  <property fmtid="{D5CDD505-2E9C-101B-9397-08002B2CF9AE}" pid="5" name="MSIP_Label_4cad6431-53ea-4466-8111-3fefa470bcb9_Name">
    <vt:lpwstr>Usage Interne</vt:lpwstr>
  </property>
  <property fmtid="{D5CDD505-2E9C-101B-9397-08002B2CF9AE}" pid="6" name="MSIP_Label_4cad6431-53ea-4466-8111-3fefa470bcb9_SiteId">
    <vt:lpwstr>fb3baf17-c313-474c-8d5d-577a3ec97a32</vt:lpwstr>
  </property>
  <property fmtid="{D5CDD505-2E9C-101B-9397-08002B2CF9AE}" pid="7" name="MSIP_Label_4cad6431-53ea-4466-8111-3fefa470bcb9_ActionId">
    <vt:lpwstr>c6e29e98-1fde-4345-b470-8385f774ccb9</vt:lpwstr>
  </property>
  <property fmtid="{D5CDD505-2E9C-101B-9397-08002B2CF9AE}" pid="8" name="MSIP_Label_4cad6431-53ea-4466-8111-3fefa470bcb9_ContentBits">
    <vt:lpwstr>0</vt:lpwstr>
  </property>
  <property fmtid="{D5CDD505-2E9C-101B-9397-08002B2CF9AE}" pid="9" name="MSIP_Label_4cad6431-53ea-4466-8111-3fefa470bcb9_Tag">
    <vt:lpwstr>50, 0, 1, 1</vt:lpwstr>
  </property>
  <property fmtid="{D5CDD505-2E9C-101B-9397-08002B2CF9AE}" pid="10" name="ContentTypeId">
    <vt:lpwstr>0x01010019DF514E254C4C4595328D2948ADE44A</vt:lpwstr>
  </property>
  <property fmtid="{D5CDD505-2E9C-101B-9397-08002B2CF9AE}" pid="11" name="MediaServiceImageTags">
    <vt:lpwstr/>
  </property>
</Properties>
</file>